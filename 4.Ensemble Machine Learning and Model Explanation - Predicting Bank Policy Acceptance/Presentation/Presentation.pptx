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67" r:id="rId2"/>
    <p:sldId id="278" r:id="rId3"/>
    <p:sldId id="280" r:id="rId4"/>
    <p:sldId id="281" r:id="rId5"/>
    <p:sldId id="282" r:id="rId6"/>
    <p:sldId id="283" r:id="rId7"/>
    <p:sldId id="284" r:id="rId8"/>
    <p:sldId id="287" r:id="rId9"/>
    <p:sldId id="288" r:id="rId10"/>
    <p:sldId id="289" r:id="rId11"/>
    <p:sldId id="290" r:id="rId12"/>
    <p:sldId id="285" r:id="rId13"/>
    <p:sldId id="291" r:id="rId14"/>
    <p:sldId id="292" r:id="rId15"/>
    <p:sldId id="293" r:id="rId16"/>
    <p:sldId id="286" r:id="rId17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5F29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F141DD-42B9-4DAA-913B-09A18B24CC6F}" v="37" dt="2021-10-27T22:08:51.6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blo Perez Gosende" userId="5c19e8c1-b541-4095-8e25-6c9e5b437c22" providerId="ADAL" clId="{00F141DD-42B9-4DAA-913B-09A18B24CC6F}"/>
    <pc:docChg chg="custSel addSld delSld modSld modMainMaster">
      <pc:chgData name="Pablo Perez Gosende" userId="5c19e8c1-b541-4095-8e25-6c9e5b437c22" providerId="ADAL" clId="{00F141DD-42B9-4DAA-913B-09A18B24CC6F}" dt="2021-10-27T22:15:21.227" v="154" actId="207"/>
      <pc:docMkLst>
        <pc:docMk/>
      </pc:docMkLst>
      <pc:sldChg chg="addSp modSp mod">
        <pc:chgData name="Pablo Perez Gosende" userId="5c19e8c1-b541-4095-8e25-6c9e5b437c22" providerId="ADAL" clId="{00F141DD-42B9-4DAA-913B-09A18B24CC6F}" dt="2021-10-27T22:15:21.227" v="154" actId="207"/>
        <pc:sldMkLst>
          <pc:docMk/>
          <pc:sldMk cId="2764657195" sldId="267"/>
        </pc:sldMkLst>
        <pc:spChg chg="mod">
          <ac:chgData name="Pablo Perez Gosende" userId="5c19e8c1-b541-4095-8e25-6c9e5b437c22" providerId="ADAL" clId="{00F141DD-42B9-4DAA-913B-09A18B24CC6F}" dt="2021-10-27T22:15:21.227" v="154" actId="207"/>
          <ac:spMkLst>
            <pc:docMk/>
            <pc:sldMk cId="2764657195" sldId="267"/>
            <ac:spMk id="3" creationId="{00000000-0000-0000-0000-000000000000}"/>
          </ac:spMkLst>
        </pc:spChg>
        <pc:spChg chg="add mod">
          <ac:chgData name="Pablo Perez Gosende" userId="5c19e8c1-b541-4095-8e25-6c9e5b437c22" providerId="ADAL" clId="{00F141DD-42B9-4DAA-913B-09A18B24CC6F}" dt="2021-10-27T22:09:25.484" v="117" actId="1076"/>
          <ac:spMkLst>
            <pc:docMk/>
            <pc:sldMk cId="2764657195" sldId="267"/>
            <ac:spMk id="4" creationId="{5D3F2899-1996-464D-8BBE-AC07F657AD3D}"/>
          </ac:spMkLst>
        </pc:spChg>
      </pc:sldChg>
      <pc:sldChg chg="addSp delSp modSp mod">
        <pc:chgData name="Pablo Perez Gosende" userId="5c19e8c1-b541-4095-8e25-6c9e5b437c22" providerId="ADAL" clId="{00F141DD-42B9-4DAA-913B-09A18B24CC6F}" dt="2021-10-27T22:11:41.313" v="131" actId="11"/>
        <pc:sldMkLst>
          <pc:docMk/>
          <pc:sldMk cId="1911964517" sldId="278"/>
        </pc:sldMkLst>
        <pc:spChg chg="mod">
          <ac:chgData name="Pablo Perez Gosende" userId="5c19e8c1-b541-4095-8e25-6c9e5b437c22" providerId="ADAL" clId="{00F141DD-42B9-4DAA-913B-09A18B24CC6F}" dt="2021-10-27T22:10:24.795" v="119" actId="207"/>
          <ac:spMkLst>
            <pc:docMk/>
            <pc:sldMk cId="1911964517" sldId="278"/>
            <ac:spMk id="2" creationId="{00000000-0000-0000-0000-000000000000}"/>
          </ac:spMkLst>
        </pc:spChg>
        <pc:spChg chg="mod">
          <ac:chgData name="Pablo Perez Gosende" userId="5c19e8c1-b541-4095-8e25-6c9e5b437c22" providerId="ADAL" clId="{00F141DD-42B9-4DAA-913B-09A18B24CC6F}" dt="2021-10-27T22:11:41.313" v="131" actId="11"/>
          <ac:spMkLst>
            <pc:docMk/>
            <pc:sldMk cId="1911964517" sldId="278"/>
            <ac:spMk id="3" creationId="{00000000-0000-0000-0000-000000000000}"/>
          </ac:spMkLst>
        </pc:spChg>
        <pc:spChg chg="add mod">
          <ac:chgData name="Pablo Perez Gosende" userId="5c19e8c1-b541-4095-8e25-6c9e5b437c22" providerId="ADAL" clId="{00F141DD-42B9-4DAA-913B-09A18B24CC6F}" dt="2021-10-27T22:08:45.715" v="113"/>
          <ac:spMkLst>
            <pc:docMk/>
            <pc:sldMk cId="1911964517" sldId="278"/>
            <ac:spMk id="7" creationId="{02FF62DA-12CC-4C91-B8DC-AB548195184F}"/>
          </ac:spMkLst>
        </pc:spChg>
        <pc:spChg chg="del">
          <ac:chgData name="Pablo Perez Gosende" userId="5c19e8c1-b541-4095-8e25-6c9e5b437c22" providerId="ADAL" clId="{00F141DD-42B9-4DAA-913B-09A18B24CC6F}" dt="2021-10-27T22:07:52.889" v="98" actId="478"/>
          <ac:spMkLst>
            <pc:docMk/>
            <pc:sldMk cId="1911964517" sldId="278"/>
            <ac:spMk id="8" creationId="{F1C64AB1-7E19-40ED-83C4-610C45BEB9D1}"/>
          </ac:spMkLst>
        </pc:spChg>
      </pc:sldChg>
      <pc:sldChg chg="addSp delSp modSp mod">
        <pc:chgData name="Pablo Perez Gosende" userId="5c19e8c1-b541-4095-8e25-6c9e5b437c22" providerId="ADAL" clId="{00F141DD-42B9-4DAA-913B-09A18B24CC6F}" dt="2021-10-27T22:10:14.419" v="118" actId="207"/>
        <pc:sldMkLst>
          <pc:docMk/>
          <pc:sldMk cId="739092796" sldId="279"/>
        </pc:sldMkLst>
        <pc:spChg chg="mod">
          <ac:chgData name="Pablo Perez Gosende" userId="5c19e8c1-b541-4095-8e25-6c9e5b437c22" providerId="ADAL" clId="{00F141DD-42B9-4DAA-913B-09A18B24CC6F}" dt="2021-10-27T22:10:14.419" v="118" actId="207"/>
          <ac:spMkLst>
            <pc:docMk/>
            <pc:sldMk cId="739092796" sldId="279"/>
            <ac:spMk id="2" creationId="{00000000-0000-0000-0000-000000000000}"/>
          </ac:spMkLst>
        </pc:spChg>
        <pc:spChg chg="del">
          <ac:chgData name="Pablo Perez Gosende" userId="5c19e8c1-b541-4095-8e25-6c9e5b437c22" providerId="ADAL" clId="{00F141DD-42B9-4DAA-913B-09A18B24CC6F}" dt="2021-10-27T22:07:46.362" v="97" actId="478"/>
          <ac:spMkLst>
            <pc:docMk/>
            <pc:sldMk cId="739092796" sldId="279"/>
            <ac:spMk id="7" creationId="{00000000-0000-0000-0000-000000000000}"/>
          </ac:spMkLst>
        </pc:spChg>
        <pc:spChg chg="add mod">
          <ac:chgData name="Pablo Perez Gosende" userId="5c19e8c1-b541-4095-8e25-6c9e5b437c22" providerId="ADAL" clId="{00F141DD-42B9-4DAA-913B-09A18B24CC6F}" dt="2021-10-27T22:08:47.396" v="114"/>
          <ac:spMkLst>
            <pc:docMk/>
            <pc:sldMk cId="739092796" sldId="279"/>
            <ac:spMk id="8" creationId="{B922EEAF-BC43-440F-994D-183707DC1561}"/>
          </ac:spMkLst>
        </pc:spChg>
      </pc:sldChg>
      <pc:sldChg chg="addSp delSp modSp mod">
        <pc:chgData name="Pablo Perez Gosende" userId="5c19e8c1-b541-4095-8e25-6c9e5b437c22" providerId="ADAL" clId="{00F141DD-42B9-4DAA-913B-09A18B24CC6F}" dt="2021-10-27T22:10:29.029" v="120" actId="207"/>
        <pc:sldMkLst>
          <pc:docMk/>
          <pc:sldMk cId="179276822" sldId="280"/>
        </pc:sldMkLst>
        <pc:spChg chg="mod">
          <ac:chgData name="Pablo Perez Gosende" userId="5c19e8c1-b541-4095-8e25-6c9e5b437c22" providerId="ADAL" clId="{00F141DD-42B9-4DAA-913B-09A18B24CC6F}" dt="2021-10-27T22:10:29.029" v="120" actId="207"/>
          <ac:spMkLst>
            <pc:docMk/>
            <pc:sldMk cId="179276822" sldId="280"/>
            <ac:spMk id="2" creationId="{00000000-0000-0000-0000-000000000000}"/>
          </ac:spMkLst>
        </pc:spChg>
        <pc:spChg chg="del">
          <ac:chgData name="Pablo Perez Gosende" userId="5c19e8c1-b541-4095-8e25-6c9e5b437c22" providerId="ADAL" clId="{00F141DD-42B9-4DAA-913B-09A18B24CC6F}" dt="2021-10-27T22:07:56.001" v="99" actId="478"/>
          <ac:spMkLst>
            <pc:docMk/>
            <pc:sldMk cId="179276822" sldId="280"/>
            <ac:spMk id="7" creationId="{A3FE0874-B18E-4D50-B87C-94D52EA1145D}"/>
          </ac:spMkLst>
        </pc:spChg>
        <pc:spChg chg="add mod">
          <ac:chgData name="Pablo Perez Gosende" userId="5c19e8c1-b541-4095-8e25-6c9e5b437c22" providerId="ADAL" clId="{00F141DD-42B9-4DAA-913B-09A18B24CC6F}" dt="2021-10-27T22:08:40.565" v="112"/>
          <ac:spMkLst>
            <pc:docMk/>
            <pc:sldMk cId="179276822" sldId="280"/>
            <ac:spMk id="8" creationId="{35287458-F0F3-47DB-BB88-DEC772631FFD}"/>
          </ac:spMkLst>
        </pc:spChg>
      </pc:sldChg>
      <pc:sldChg chg="addSp delSp modSp mod">
        <pc:chgData name="Pablo Perez Gosende" userId="5c19e8c1-b541-4095-8e25-6c9e5b437c22" providerId="ADAL" clId="{00F141DD-42B9-4DAA-913B-09A18B24CC6F}" dt="2021-10-27T22:10:33.269" v="121" actId="207"/>
        <pc:sldMkLst>
          <pc:docMk/>
          <pc:sldMk cId="2947115745" sldId="281"/>
        </pc:sldMkLst>
        <pc:spChg chg="mod">
          <ac:chgData name="Pablo Perez Gosende" userId="5c19e8c1-b541-4095-8e25-6c9e5b437c22" providerId="ADAL" clId="{00F141DD-42B9-4DAA-913B-09A18B24CC6F}" dt="2021-10-27T22:10:33.269" v="121" actId="207"/>
          <ac:spMkLst>
            <pc:docMk/>
            <pc:sldMk cId="2947115745" sldId="281"/>
            <ac:spMk id="2" creationId="{00000000-0000-0000-0000-000000000000}"/>
          </ac:spMkLst>
        </pc:spChg>
        <pc:spChg chg="del">
          <ac:chgData name="Pablo Perez Gosende" userId="5c19e8c1-b541-4095-8e25-6c9e5b437c22" providerId="ADAL" clId="{00F141DD-42B9-4DAA-913B-09A18B24CC6F}" dt="2021-10-27T22:07:58.617" v="100" actId="478"/>
          <ac:spMkLst>
            <pc:docMk/>
            <pc:sldMk cId="2947115745" sldId="281"/>
            <ac:spMk id="7" creationId="{0C43961E-CC80-4BE4-96B1-598146A635FB}"/>
          </ac:spMkLst>
        </pc:spChg>
        <pc:spChg chg="add mod">
          <ac:chgData name="Pablo Perez Gosende" userId="5c19e8c1-b541-4095-8e25-6c9e5b437c22" providerId="ADAL" clId="{00F141DD-42B9-4DAA-913B-09A18B24CC6F}" dt="2021-10-27T22:08:38.530" v="111"/>
          <ac:spMkLst>
            <pc:docMk/>
            <pc:sldMk cId="2947115745" sldId="281"/>
            <ac:spMk id="8" creationId="{12F6EF0A-0BF0-4969-8B47-8096042FAA3D}"/>
          </ac:spMkLst>
        </pc:spChg>
      </pc:sldChg>
      <pc:sldChg chg="addSp delSp modSp mod">
        <pc:chgData name="Pablo Perez Gosende" userId="5c19e8c1-b541-4095-8e25-6c9e5b437c22" providerId="ADAL" clId="{00F141DD-42B9-4DAA-913B-09A18B24CC6F}" dt="2021-10-27T22:11:57.459" v="144" actId="20577"/>
        <pc:sldMkLst>
          <pc:docMk/>
          <pc:sldMk cId="1690348111" sldId="282"/>
        </pc:sldMkLst>
        <pc:spChg chg="mod">
          <ac:chgData name="Pablo Perez Gosende" userId="5c19e8c1-b541-4095-8e25-6c9e5b437c22" providerId="ADAL" clId="{00F141DD-42B9-4DAA-913B-09A18B24CC6F}" dt="2021-10-27T22:11:57.459" v="144" actId="20577"/>
          <ac:spMkLst>
            <pc:docMk/>
            <pc:sldMk cId="1690348111" sldId="282"/>
            <ac:spMk id="2" creationId="{00000000-0000-0000-0000-000000000000}"/>
          </ac:spMkLst>
        </pc:spChg>
        <pc:spChg chg="del">
          <ac:chgData name="Pablo Perez Gosende" userId="5c19e8c1-b541-4095-8e25-6c9e5b437c22" providerId="ADAL" clId="{00F141DD-42B9-4DAA-913B-09A18B24CC6F}" dt="2021-10-27T22:07:38.146" v="95" actId="478"/>
          <ac:spMkLst>
            <pc:docMk/>
            <pc:sldMk cId="1690348111" sldId="282"/>
            <ac:spMk id="7" creationId="{B25F9982-67F0-4EBC-9BAF-F893D674B751}"/>
          </ac:spMkLst>
        </pc:spChg>
        <pc:spChg chg="add mod">
          <ac:chgData name="Pablo Perez Gosende" userId="5c19e8c1-b541-4095-8e25-6c9e5b437c22" providerId="ADAL" clId="{00F141DD-42B9-4DAA-913B-09A18B24CC6F}" dt="2021-10-27T22:07:40.318" v="96"/>
          <ac:spMkLst>
            <pc:docMk/>
            <pc:sldMk cId="1690348111" sldId="282"/>
            <ac:spMk id="8" creationId="{3226DFE6-A3BA-4EB4-9012-C417B5722EA4}"/>
          </ac:spMkLst>
        </pc:spChg>
        <pc:spChg chg="add del mod">
          <ac:chgData name="Pablo Perez Gosende" userId="5c19e8c1-b541-4095-8e25-6c9e5b437c22" providerId="ADAL" clId="{00F141DD-42B9-4DAA-913B-09A18B24CC6F}" dt="2021-10-27T22:08:36.283" v="110" actId="478"/>
          <ac:spMkLst>
            <pc:docMk/>
            <pc:sldMk cId="1690348111" sldId="282"/>
            <ac:spMk id="9" creationId="{21C17D05-51E5-4007-BBDD-8DAD6735E82D}"/>
          </ac:spMkLst>
        </pc:spChg>
      </pc:sldChg>
      <pc:sldChg chg="addSp delSp modSp mod">
        <pc:chgData name="Pablo Perez Gosende" userId="5c19e8c1-b541-4095-8e25-6c9e5b437c22" providerId="ADAL" clId="{00F141DD-42B9-4DAA-913B-09A18B24CC6F}" dt="2021-10-27T22:10:44.269" v="123" actId="207"/>
        <pc:sldMkLst>
          <pc:docMk/>
          <pc:sldMk cId="1702477805" sldId="283"/>
        </pc:sldMkLst>
        <pc:spChg chg="mod">
          <ac:chgData name="Pablo Perez Gosende" userId="5c19e8c1-b541-4095-8e25-6c9e5b437c22" providerId="ADAL" clId="{00F141DD-42B9-4DAA-913B-09A18B24CC6F}" dt="2021-10-27T22:10:44.269" v="123" actId="207"/>
          <ac:spMkLst>
            <pc:docMk/>
            <pc:sldMk cId="1702477805" sldId="283"/>
            <ac:spMk id="2" creationId="{00000000-0000-0000-0000-000000000000}"/>
          </ac:spMkLst>
        </pc:spChg>
        <pc:spChg chg="del">
          <ac:chgData name="Pablo Perez Gosende" userId="5c19e8c1-b541-4095-8e25-6c9e5b437c22" providerId="ADAL" clId="{00F141DD-42B9-4DAA-913B-09A18B24CC6F}" dt="2021-10-27T22:08:17.362" v="101" actId="478"/>
          <ac:spMkLst>
            <pc:docMk/>
            <pc:sldMk cId="1702477805" sldId="283"/>
            <ac:spMk id="7" creationId="{9D02F63F-153B-45C8-A243-BF306FDF0B10}"/>
          </ac:spMkLst>
        </pc:spChg>
        <pc:spChg chg="add mod">
          <ac:chgData name="Pablo Perez Gosende" userId="5c19e8c1-b541-4095-8e25-6c9e5b437c22" providerId="ADAL" clId="{00F141DD-42B9-4DAA-913B-09A18B24CC6F}" dt="2021-10-27T22:08:33.499" v="108"/>
          <ac:spMkLst>
            <pc:docMk/>
            <pc:sldMk cId="1702477805" sldId="283"/>
            <ac:spMk id="8" creationId="{46F46868-BEB6-4099-8A22-5A5E417A963F}"/>
          </ac:spMkLst>
        </pc:spChg>
      </pc:sldChg>
      <pc:sldChg chg="addSp delSp modSp mod">
        <pc:chgData name="Pablo Perez Gosende" userId="5c19e8c1-b541-4095-8e25-6c9e5b437c22" providerId="ADAL" clId="{00F141DD-42B9-4DAA-913B-09A18B24CC6F}" dt="2021-10-27T22:10:48.973" v="124" actId="207"/>
        <pc:sldMkLst>
          <pc:docMk/>
          <pc:sldMk cId="1654647480" sldId="284"/>
        </pc:sldMkLst>
        <pc:spChg chg="mod">
          <ac:chgData name="Pablo Perez Gosende" userId="5c19e8c1-b541-4095-8e25-6c9e5b437c22" providerId="ADAL" clId="{00F141DD-42B9-4DAA-913B-09A18B24CC6F}" dt="2021-10-27T22:10:48.973" v="124" actId="207"/>
          <ac:spMkLst>
            <pc:docMk/>
            <pc:sldMk cId="1654647480" sldId="284"/>
            <ac:spMk id="2" creationId="{00000000-0000-0000-0000-000000000000}"/>
          </ac:spMkLst>
        </pc:spChg>
        <pc:spChg chg="del">
          <ac:chgData name="Pablo Perez Gosende" userId="5c19e8c1-b541-4095-8e25-6c9e5b437c22" providerId="ADAL" clId="{00F141DD-42B9-4DAA-913B-09A18B24CC6F}" dt="2021-10-27T22:08:20.850" v="102" actId="478"/>
          <ac:spMkLst>
            <pc:docMk/>
            <pc:sldMk cId="1654647480" sldId="284"/>
            <ac:spMk id="7" creationId="{C59BAFA1-0537-45B4-BF20-F321786726BF}"/>
          </ac:spMkLst>
        </pc:spChg>
        <pc:spChg chg="add mod">
          <ac:chgData name="Pablo Perez Gosende" userId="5c19e8c1-b541-4095-8e25-6c9e5b437c22" providerId="ADAL" clId="{00F141DD-42B9-4DAA-913B-09A18B24CC6F}" dt="2021-10-27T22:08:32.042" v="107"/>
          <ac:spMkLst>
            <pc:docMk/>
            <pc:sldMk cId="1654647480" sldId="284"/>
            <ac:spMk id="8" creationId="{F126F43C-2CD5-4A62-A9EB-50DCA5958F45}"/>
          </ac:spMkLst>
        </pc:spChg>
      </pc:sldChg>
      <pc:sldChg chg="addSp delSp modSp mod">
        <pc:chgData name="Pablo Perez Gosende" userId="5c19e8c1-b541-4095-8e25-6c9e5b437c22" providerId="ADAL" clId="{00F141DD-42B9-4DAA-913B-09A18B24CC6F}" dt="2021-10-27T22:10:52.741" v="125" actId="207"/>
        <pc:sldMkLst>
          <pc:docMk/>
          <pc:sldMk cId="3160277338" sldId="285"/>
        </pc:sldMkLst>
        <pc:spChg chg="mod">
          <ac:chgData name="Pablo Perez Gosende" userId="5c19e8c1-b541-4095-8e25-6c9e5b437c22" providerId="ADAL" clId="{00F141DD-42B9-4DAA-913B-09A18B24CC6F}" dt="2021-10-27T22:10:52.741" v="125" actId="207"/>
          <ac:spMkLst>
            <pc:docMk/>
            <pc:sldMk cId="3160277338" sldId="285"/>
            <ac:spMk id="2" creationId="{00000000-0000-0000-0000-000000000000}"/>
          </ac:spMkLst>
        </pc:spChg>
        <pc:spChg chg="del">
          <ac:chgData name="Pablo Perez Gosende" userId="5c19e8c1-b541-4095-8e25-6c9e5b437c22" providerId="ADAL" clId="{00F141DD-42B9-4DAA-913B-09A18B24CC6F}" dt="2021-10-27T22:08:23.642" v="103" actId="478"/>
          <ac:spMkLst>
            <pc:docMk/>
            <pc:sldMk cId="3160277338" sldId="285"/>
            <ac:spMk id="7" creationId="{407776B5-EB9D-4B17-A0A6-B7946ADBB62D}"/>
          </ac:spMkLst>
        </pc:spChg>
        <pc:spChg chg="add mod">
          <ac:chgData name="Pablo Perez Gosende" userId="5c19e8c1-b541-4095-8e25-6c9e5b437c22" providerId="ADAL" clId="{00F141DD-42B9-4DAA-913B-09A18B24CC6F}" dt="2021-10-27T22:08:30.820" v="106"/>
          <ac:spMkLst>
            <pc:docMk/>
            <pc:sldMk cId="3160277338" sldId="285"/>
            <ac:spMk id="8" creationId="{5AB26FA2-177B-4C40-8739-C7D89AA00F70}"/>
          </ac:spMkLst>
        </pc:spChg>
      </pc:sldChg>
      <pc:sldChg chg="addSp delSp modSp mod">
        <pc:chgData name="Pablo Perez Gosende" userId="5c19e8c1-b541-4095-8e25-6c9e5b437c22" providerId="ADAL" clId="{00F141DD-42B9-4DAA-913B-09A18B24CC6F}" dt="2021-10-27T22:10:57.901" v="126" actId="207"/>
        <pc:sldMkLst>
          <pc:docMk/>
          <pc:sldMk cId="4098661607" sldId="286"/>
        </pc:sldMkLst>
        <pc:spChg chg="mod">
          <ac:chgData name="Pablo Perez Gosende" userId="5c19e8c1-b541-4095-8e25-6c9e5b437c22" providerId="ADAL" clId="{00F141DD-42B9-4DAA-913B-09A18B24CC6F}" dt="2021-10-27T22:10:57.901" v="126" actId="207"/>
          <ac:spMkLst>
            <pc:docMk/>
            <pc:sldMk cId="4098661607" sldId="286"/>
            <ac:spMk id="2" creationId="{AE9F6A46-07ED-43D9-8AEB-DC34F44A89FE}"/>
          </ac:spMkLst>
        </pc:spChg>
        <pc:spChg chg="del">
          <ac:chgData name="Pablo Perez Gosende" userId="5c19e8c1-b541-4095-8e25-6c9e5b437c22" providerId="ADAL" clId="{00F141DD-42B9-4DAA-913B-09A18B24CC6F}" dt="2021-10-27T22:08:26.377" v="104" actId="478"/>
          <ac:spMkLst>
            <pc:docMk/>
            <pc:sldMk cId="4098661607" sldId="286"/>
            <ac:spMk id="7" creationId="{C0C74E4D-6197-4AD8-8CBD-473C68915934}"/>
          </ac:spMkLst>
        </pc:spChg>
        <pc:spChg chg="add mod">
          <ac:chgData name="Pablo Perez Gosende" userId="5c19e8c1-b541-4095-8e25-6c9e5b437c22" providerId="ADAL" clId="{00F141DD-42B9-4DAA-913B-09A18B24CC6F}" dt="2021-10-27T22:08:28.810" v="105"/>
          <ac:spMkLst>
            <pc:docMk/>
            <pc:sldMk cId="4098661607" sldId="286"/>
            <ac:spMk id="8" creationId="{269D6060-21F8-47F6-B927-C64125944AD8}"/>
          </ac:spMkLst>
        </pc:spChg>
      </pc:sldChg>
      <pc:sldChg chg="new del">
        <pc:chgData name="Pablo Perez Gosende" userId="5c19e8c1-b541-4095-8e25-6c9e5b437c22" providerId="ADAL" clId="{00F141DD-42B9-4DAA-913B-09A18B24CC6F}" dt="2021-10-27T22:14:43.940" v="146" actId="47"/>
        <pc:sldMkLst>
          <pc:docMk/>
          <pc:sldMk cId="1726414172" sldId="287"/>
        </pc:sldMkLst>
      </pc:sldChg>
      <pc:sldChg chg="modSp new del mod">
        <pc:chgData name="Pablo Perez Gosende" userId="5c19e8c1-b541-4095-8e25-6c9e5b437c22" providerId="ADAL" clId="{00F141DD-42B9-4DAA-913B-09A18B24CC6F}" dt="2021-10-27T22:14:55.691" v="153" actId="47"/>
        <pc:sldMkLst>
          <pc:docMk/>
          <pc:sldMk cId="3174571408" sldId="287"/>
        </pc:sldMkLst>
        <pc:spChg chg="mod">
          <ac:chgData name="Pablo Perez Gosende" userId="5c19e8c1-b541-4095-8e25-6c9e5b437c22" providerId="ADAL" clId="{00F141DD-42B9-4DAA-913B-09A18B24CC6F}" dt="2021-10-27T22:14:53.407" v="152" actId="20577"/>
          <ac:spMkLst>
            <pc:docMk/>
            <pc:sldMk cId="3174571408" sldId="287"/>
            <ac:spMk id="2" creationId="{CC90AB03-E5A0-42BF-84E6-8A397B0E141C}"/>
          </ac:spMkLst>
        </pc:spChg>
      </pc:sldChg>
      <pc:sldMasterChg chg="addSp delSp modSp mod modSldLayout">
        <pc:chgData name="Pablo Perez Gosende" userId="5c19e8c1-b541-4095-8e25-6c9e5b437c22" providerId="ADAL" clId="{00F141DD-42B9-4DAA-913B-09A18B24CC6F}" dt="2021-10-27T22:05:47.281" v="93"/>
        <pc:sldMasterMkLst>
          <pc:docMk/>
          <pc:sldMasterMk cId="45040325" sldId="2147483648"/>
        </pc:sldMasterMkLst>
        <pc:spChg chg="del">
          <ac:chgData name="Pablo Perez Gosende" userId="5c19e8c1-b541-4095-8e25-6c9e5b437c22" providerId="ADAL" clId="{00F141DD-42B9-4DAA-913B-09A18B24CC6F}" dt="2021-10-27T22:05:09.563" v="78" actId="478"/>
          <ac:spMkLst>
            <pc:docMk/>
            <pc:sldMasterMk cId="45040325" sldId="2147483648"/>
            <ac:spMk id="5" creationId="{00000000-0000-0000-0000-000000000000}"/>
          </ac:spMkLst>
        </pc:spChg>
        <pc:spChg chg="add mod">
          <ac:chgData name="Pablo Perez Gosende" userId="5c19e8c1-b541-4095-8e25-6c9e5b437c22" providerId="ADAL" clId="{00F141DD-42B9-4DAA-913B-09A18B24CC6F}" dt="2021-10-27T22:05:16.399" v="83" actId="404"/>
          <ac:spMkLst>
            <pc:docMk/>
            <pc:sldMasterMk cId="45040325" sldId="2147483648"/>
            <ac:spMk id="7" creationId="{A5BD258B-EDAE-4871-A4BF-5560F0637828}"/>
          </ac:spMkLst>
        </pc:spChg>
        <pc:sldLayoutChg chg="addSp delSp modSp mod">
          <pc:chgData name="Pablo Perez Gosende" userId="5c19e8c1-b541-4095-8e25-6c9e5b437c22" providerId="ADAL" clId="{00F141DD-42B9-4DAA-913B-09A18B24CC6F}" dt="2021-10-27T21:50:57.621" v="27" actId="20577"/>
          <pc:sldLayoutMkLst>
            <pc:docMk/>
            <pc:sldMasterMk cId="45040325" sldId="2147483648"/>
            <pc:sldLayoutMk cId="2316303603" sldId="2147483649"/>
          </pc:sldLayoutMkLst>
          <pc:spChg chg="mod">
            <ac:chgData name="Pablo Perez Gosende" userId="5c19e8c1-b541-4095-8e25-6c9e5b437c22" providerId="ADAL" clId="{00F141DD-42B9-4DAA-913B-09A18B24CC6F}" dt="2021-10-27T21:50:57.621" v="27" actId="20577"/>
            <ac:spMkLst>
              <pc:docMk/>
              <pc:sldMasterMk cId="45040325" sldId="2147483648"/>
              <pc:sldLayoutMk cId="2316303603" sldId="2147483649"/>
              <ac:spMk id="5" creationId="{00000000-0000-0000-0000-000000000000}"/>
            </ac:spMkLst>
          </pc:spChg>
          <pc:spChg chg="del">
            <ac:chgData name="Pablo Perez Gosende" userId="5c19e8c1-b541-4095-8e25-6c9e5b437c22" providerId="ADAL" clId="{00F141DD-42B9-4DAA-913B-09A18B24CC6F}" dt="2021-10-27T21:48:15.186" v="1" actId="478"/>
            <ac:spMkLst>
              <pc:docMk/>
              <pc:sldMasterMk cId="45040325" sldId="2147483648"/>
              <pc:sldLayoutMk cId="2316303603" sldId="2147483649"/>
              <ac:spMk id="12" creationId="{00000000-0000-0000-0000-000000000000}"/>
            </ac:spMkLst>
          </pc:spChg>
          <pc:spChg chg="add mod">
            <ac:chgData name="Pablo Perez Gosende" userId="5c19e8c1-b541-4095-8e25-6c9e5b437c22" providerId="ADAL" clId="{00F141DD-42B9-4DAA-913B-09A18B24CC6F}" dt="2021-10-27T21:48:40.533" v="6" actId="1076"/>
            <ac:spMkLst>
              <pc:docMk/>
              <pc:sldMasterMk cId="45040325" sldId="2147483648"/>
              <pc:sldLayoutMk cId="2316303603" sldId="2147483649"/>
              <ac:spMk id="13" creationId="{83439C2E-BC44-4BFC-AF62-E4C40E594AF9}"/>
            </ac:spMkLst>
          </pc:spChg>
          <pc:picChg chg="del">
            <ac:chgData name="Pablo Perez Gosende" userId="5c19e8c1-b541-4095-8e25-6c9e5b437c22" providerId="ADAL" clId="{00F141DD-42B9-4DAA-913B-09A18B24CC6F}" dt="2021-10-27T21:48:32.986" v="4" actId="478"/>
            <ac:picMkLst>
              <pc:docMk/>
              <pc:sldMasterMk cId="45040325" sldId="2147483648"/>
              <pc:sldLayoutMk cId="2316303603" sldId="2147483649"/>
              <ac:picMk id="11" creationId="{329C0038-26E1-45D1-B3DE-4730230CEC15}"/>
            </ac:picMkLst>
          </pc:picChg>
          <pc:picChg chg="add mod">
            <ac:chgData name="Pablo Perez Gosende" userId="5c19e8c1-b541-4095-8e25-6c9e5b437c22" providerId="ADAL" clId="{00F141DD-42B9-4DAA-913B-09A18B24CC6F}" dt="2021-10-27T21:48:33.724" v="5"/>
            <ac:picMkLst>
              <pc:docMk/>
              <pc:sldMasterMk cId="45040325" sldId="2147483648"/>
              <pc:sldLayoutMk cId="2316303603" sldId="2147483649"/>
              <ac:picMk id="14" creationId="{9020EDE5-EF0D-4CD8-98B4-7E065D3EB314}"/>
            </ac:picMkLst>
          </pc:picChg>
        </pc:sldLayoutChg>
        <pc:sldLayoutChg chg="addSp delSp modSp mod">
          <pc:chgData name="Pablo Perez Gosende" userId="5c19e8c1-b541-4095-8e25-6c9e5b437c22" providerId="ADAL" clId="{00F141DD-42B9-4DAA-913B-09A18B24CC6F}" dt="2021-10-27T22:05:32.115" v="84"/>
          <pc:sldLayoutMkLst>
            <pc:docMk/>
            <pc:sldMasterMk cId="45040325" sldId="2147483648"/>
            <pc:sldLayoutMk cId="4130520184" sldId="2147483650"/>
          </pc:sldLayoutMkLst>
          <pc:spChg chg="del">
            <ac:chgData name="Pablo Perez Gosende" userId="5c19e8c1-b541-4095-8e25-6c9e5b437c22" providerId="ADAL" clId="{00F141DD-42B9-4DAA-913B-09A18B24CC6F}" dt="2021-10-27T22:04:13.420" v="50" actId="478"/>
            <ac:spMkLst>
              <pc:docMk/>
              <pc:sldMasterMk cId="45040325" sldId="2147483648"/>
              <pc:sldLayoutMk cId="4130520184" sldId="2147483650"/>
              <ac:spMk id="6" creationId="{00000000-0000-0000-0000-000000000000}"/>
            </ac:spMkLst>
          </pc:spChg>
          <pc:spChg chg="del">
            <ac:chgData name="Pablo Perez Gosende" userId="5c19e8c1-b541-4095-8e25-6c9e5b437c22" providerId="ADAL" clId="{00F141DD-42B9-4DAA-913B-09A18B24CC6F}" dt="2021-10-27T22:04:14.307" v="51" actId="478"/>
            <ac:spMkLst>
              <pc:docMk/>
              <pc:sldMasterMk cId="45040325" sldId="2147483648"/>
              <pc:sldLayoutMk cId="4130520184" sldId="2147483650"/>
              <ac:spMk id="12" creationId="{00000000-0000-0000-0000-000000000000}"/>
            </ac:spMkLst>
          </pc:spChg>
          <pc:spChg chg="add mod">
            <ac:chgData name="Pablo Perez Gosende" userId="5c19e8c1-b541-4095-8e25-6c9e5b437c22" providerId="ADAL" clId="{00F141DD-42B9-4DAA-913B-09A18B24CC6F}" dt="2021-10-27T21:51:10.262" v="29"/>
            <ac:spMkLst>
              <pc:docMk/>
              <pc:sldMasterMk cId="45040325" sldId="2147483648"/>
              <pc:sldLayoutMk cId="4130520184" sldId="2147483650"/>
              <ac:spMk id="24" creationId="{4DADEC36-DE68-4063-81DD-86E4547C038F}"/>
            </ac:spMkLst>
          </pc:spChg>
          <pc:spChg chg="del">
            <ac:chgData name="Pablo Perez Gosende" userId="5c19e8c1-b541-4095-8e25-6c9e5b437c22" providerId="ADAL" clId="{00F141DD-42B9-4DAA-913B-09A18B24CC6F}" dt="2021-10-27T21:51:08.917" v="28" actId="478"/>
            <ac:spMkLst>
              <pc:docMk/>
              <pc:sldMasterMk cId="45040325" sldId="2147483648"/>
              <pc:sldLayoutMk cId="4130520184" sldId="2147483650"/>
              <ac:spMk id="26" creationId="{E77BD928-4AEC-4078-8697-91D32B043B0C}"/>
            </ac:spMkLst>
          </pc:spChg>
          <pc:spChg chg="add mod">
            <ac:chgData name="Pablo Perez Gosende" userId="5c19e8c1-b541-4095-8e25-6c9e5b437c22" providerId="ADAL" clId="{00F141DD-42B9-4DAA-913B-09A18B24CC6F}" dt="2021-10-27T22:05:32.115" v="84"/>
            <ac:spMkLst>
              <pc:docMk/>
              <pc:sldMasterMk cId="45040325" sldId="2147483648"/>
              <pc:sldLayoutMk cId="4130520184" sldId="2147483650"/>
              <ac:spMk id="27" creationId="{F0DEEBFF-A2B3-49D6-8D96-0D7DF38E109A}"/>
            </ac:spMkLst>
          </pc:spChg>
          <pc:spChg chg="add mod">
            <ac:chgData name="Pablo Perez Gosende" userId="5c19e8c1-b541-4095-8e25-6c9e5b437c22" providerId="ADAL" clId="{00F141DD-42B9-4DAA-913B-09A18B24CC6F}" dt="2021-10-27T22:05:32.115" v="84"/>
            <ac:spMkLst>
              <pc:docMk/>
              <pc:sldMasterMk cId="45040325" sldId="2147483648"/>
              <pc:sldLayoutMk cId="4130520184" sldId="2147483650"/>
              <ac:spMk id="31" creationId="{6C60F7FE-AED4-452A-AEB8-4AF239D9754C}"/>
            </ac:spMkLst>
          </pc:spChg>
          <pc:picChg chg="add mod">
            <ac:chgData name="Pablo Perez Gosende" userId="5c19e8c1-b541-4095-8e25-6c9e5b437c22" providerId="ADAL" clId="{00F141DD-42B9-4DAA-913B-09A18B24CC6F}" dt="2021-10-27T22:05:32.115" v="84"/>
            <ac:picMkLst>
              <pc:docMk/>
              <pc:sldMasterMk cId="45040325" sldId="2147483648"/>
              <pc:sldLayoutMk cId="4130520184" sldId="2147483650"/>
              <ac:picMk id="25" creationId="{46648529-2A95-4760-9D3D-D8B98C91C96C}"/>
            </ac:picMkLst>
          </pc:picChg>
          <pc:picChg chg="del">
            <ac:chgData name="Pablo Perez Gosende" userId="5c19e8c1-b541-4095-8e25-6c9e5b437c22" providerId="ADAL" clId="{00F141DD-42B9-4DAA-913B-09A18B24CC6F}" dt="2021-10-27T22:04:22.458" v="55" actId="478"/>
            <ac:picMkLst>
              <pc:docMk/>
              <pc:sldMasterMk cId="45040325" sldId="2147483648"/>
              <pc:sldLayoutMk cId="4130520184" sldId="2147483650"/>
              <ac:picMk id="30" creationId="{9DF6F54B-58BA-4AF2-B0CA-F86356FC82F6}"/>
            </ac:picMkLst>
          </pc:picChg>
        </pc:sldLayoutChg>
        <pc:sldLayoutChg chg="addSp delSp modSp mod">
          <pc:chgData name="Pablo Perez Gosende" userId="5c19e8c1-b541-4095-8e25-6c9e5b437c22" providerId="ADAL" clId="{00F141DD-42B9-4DAA-913B-09A18B24CC6F}" dt="2021-10-27T22:05:34.834" v="85"/>
          <pc:sldLayoutMkLst>
            <pc:docMk/>
            <pc:sldMasterMk cId="45040325" sldId="2147483648"/>
            <pc:sldLayoutMk cId="3584723007" sldId="2147483651"/>
          </pc:sldLayoutMkLst>
          <pc:spChg chg="del">
            <ac:chgData name="Pablo Perez Gosende" userId="5c19e8c1-b541-4095-8e25-6c9e5b437c22" providerId="ADAL" clId="{00F141DD-42B9-4DAA-913B-09A18B24CC6F}" dt="2021-10-27T22:04:17.418" v="52" actId="478"/>
            <ac:spMkLst>
              <pc:docMk/>
              <pc:sldMasterMk cId="45040325" sldId="2147483648"/>
              <pc:sldLayoutMk cId="3584723007" sldId="2147483651"/>
              <ac:spMk id="6" creationId="{00000000-0000-0000-0000-000000000000}"/>
            </ac:spMkLst>
          </pc:spChg>
          <pc:spChg chg="del">
            <ac:chgData name="Pablo Perez Gosende" userId="5c19e8c1-b541-4095-8e25-6c9e5b437c22" providerId="ADAL" clId="{00F141DD-42B9-4DAA-913B-09A18B24CC6F}" dt="2021-10-27T22:04:18.386" v="53" actId="478"/>
            <ac:spMkLst>
              <pc:docMk/>
              <pc:sldMasterMk cId="45040325" sldId="2147483648"/>
              <pc:sldLayoutMk cId="3584723007" sldId="2147483651"/>
              <ac:spMk id="16" creationId="{00000000-0000-0000-0000-000000000000}"/>
            </ac:spMkLst>
          </pc:spChg>
          <pc:spChg chg="add mod">
            <ac:chgData name="Pablo Perez Gosende" userId="5c19e8c1-b541-4095-8e25-6c9e5b437c22" providerId="ADAL" clId="{00F141DD-42B9-4DAA-913B-09A18B24CC6F}" dt="2021-10-27T21:51:15.971" v="31"/>
            <ac:spMkLst>
              <pc:docMk/>
              <pc:sldMasterMk cId="45040325" sldId="2147483648"/>
              <pc:sldLayoutMk cId="3584723007" sldId="2147483651"/>
              <ac:spMk id="29" creationId="{187B9204-7EED-44A0-949B-0108960A5872}"/>
            </ac:spMkLst>
          </pc:spChg>
          <pc:spChg chg="del">
            <ac:chgData name="Pablo Perez Gosende" userId="5c19e8c1-b541-4095-8e25-6c9e5b437c22" providerId="ADAL" clId="{00F141DD-42B9-4DAA-913B-09A18B24CC6F}" dt="2021-10-27T21:51:14.811" v="30" actId="478"/>
            <ac:spMkLst>
              <pc:docMk/>
              <pc:sldMasterMk cId="45040325" sldId="2147483648"/>
              <pc:sldLayoutMk cId="3584723007" sldId="2147483651"/>
              <ac:spMk id="31" creationId="{1A2F47E6-6E78-4288-B39F-FFA7570EF56C}"/>
            </ac:spMkLst>
          </pc:spChg>
          <pc:spChg chg="add mod">
            <ac:chgData name="Pablo Perez Gosende" userId="5c19e8c1-b541-4095-8e25-6c9e5b437c22" providerId="ADAL" clId="{00F141DD-42B9-4DAA-913B-09A18B24CC6F}" dt="2021-10-27T22:05:34.834" v="85"/>
            <ac:spMkLst>
              <pc:docMk/>
              <pc:sldMasterMk cId="45040325" sldId="2147483648"/>
              <pc:sldLayoutMk cId="3584723007" sldId="2147483651"/>
              <ac:spMk id="34" creationId="{2F113F1E-2406-45E1-8631-EB7339A81BA1}"/>
            </ac:spMkLst>
          </pc:spChg>
          <pc:spChg chg="add mod">
            <ac:chgData name="Pablo Perez Gosende" userId="5c19e8c1-b541-4095-8e25-6c9e5b437c22" providerId="ADAL" clId="{00F141DD-42B9-4DAA-913B-09A18B24CC6F}" dt="2021-10-27T22:05:34.834" v="85"/>
            <ac:spMkLst>
              <pc:docMk/>
              <pc:sldMasterMk cId="45040325" sldId="2147483648"/>
              <pc:sldLayoutMk cId="3584723007" sldId="2147483651"/>
              <ac:spMk id="36" creationId="{543EA703-D805-4E6A-86D8-F5BDE0EA842D}"/>
            </ac:spMkLst>
          </pc:spChg>
          <pc:picChg chg="add mod">
            <ac:chgData name="Pablo Perez Gosende" userId="5c19e8c1-b541-4095-8e25-6c9e5b437c22" providerId="ADAL" clId="{00F141DD-42B9-4DAA-913B-09A18B24CC6F}" dt="2021-10-27T22:05:34.834" v="85"/>
            <ac:picMkLst>
              <pc:docMk/>
              <pc:sldMasterMk cId="45040325" sldId="2147483648"/>
              <pc:sldLayoutMk cId="3584723007" sldId="2147483651"/>
              <ac:picMk id="30" creationId="{B27ADC81-CBC8-4151-8C51-13EB590591AB}"/>
            </ac:picMkLst>
          </pc:picChg>
          <pc:picChg chg="del">
            <ac:chgData name="Pablo Perez Gosende" userId="5c19e8c1-b541-4095-8e25-6c9e5b437c22" providerId="ADAL" clId="{00F141DD-42B9-4DAA-913B-09A18B24CC6F}" dt="2021-10-27T22:04:19.266" v="54" actId="478"/>
            <ac:picMkLst>
              <pc:docMk/>
              <pc:sldMasterMk cId="45040325" sldId="2147483648"/>
              <pc:sldLayoutMk cId="3584723007" sldId="2147483651"/>
              <ac:picMk id="35" creationId="{356BDE2E-7EBC-4981-8844-ECD67E4AFA72}"/>
            </ac:picMkLst>
          </pc:picChg>
        </pc:sldLayoutChg>
        <pc:sldLayoutChg chg="addSp delSp modSp mod">
          <pc:chgData name="Pablo Perez Gosende" userId="5c19e8c1-b541-4095-8e25-6c9e5b437c22" providerId="ADAL" clId="{00F141DD-42B9-4DAA-913B-09A18B24CC6F}" dt="2021-10-27T22:05:37.323" v="86"/>
          <pc:sldLayoutMkLst>
            <pc:docMk/>
            <pc:sldMasterMk cId="45040325" sldId="2147483648"/>
            <pc:sldLayoutMk cId="339944962" sldId="2147483652"/>
          </pc:sldLayoutMkLst>
          <pc:spChg chg="del">
            <ac:chgData name="Pablo Perez Gosende" userId="5c19e8c1-b541-4095-8e25-6c9e5b437c22" providerId="ADAL" clId="{00F141DD-42B9-4DAA-913B-09A18B24CC6F}" dt="2021-10-27T22:04:25.531" v="56" actId="478"/>
            <ac:spMkLst>
              <pc:docMk/>
              <pc:sldMasterMk cId="45040325" sldId="2147483648"/>
              <pc:sldLayoutMk cId="339944962" sldId="2147483652"/>
              <ac:spMk id="7" creationId="{00000000-0000-0000-0000-000000000000}"/>
            </ac:spMkLst>
          </pc:spChg>
          <pc:spChg chg="del">
            <ac:chgData name="Pablo Perez Gosende" userId="5c19e8c1-b541-4095-8e25-6c9e5b437c22" providerId="ADAL" clId="{00F141DD-42B9-4DAA-913B-09A18B24CC6F}" dt="2021-10-27T22:04:26.691" v="57" actId="478"/>
            <ac:spMkLst>
              <pc:docMk/>
              <pc:sldMasterMk cId="45040325" sldId="2147483648"/>
              <pc:sldLayoutMk cId="339944962" sldId="2147483652"/>
              <ac:spMk id="13" creationId="{00000000-0000-0000-0000-000000000000}"/>
            </ac:spMkLst>
          </pc:spChg>
          <pc:spChg chg="add mod">
            <ac:chgData name="Pablo Perez Gosende" userId="5c19e8c1-b541-4095-8e25-6c9e5b437c22" providerId="ADAL" clId="{00F141DD-42B9-4DAA-913B-09A18B24CC6F}" dt="2021-10-27T21:51:21.403" v="33"/>
            <ac:spMkLst>
              <pc:docMk/>
              <pc:sldMasterMk cId="45040325" sldId="2147483648"/>
              <pc:sldLayoutMk cId="339944962" sldId="2147483652"/>
              <ac:spMk id="27" creationId="{C0F820C8-D5C2-4A61-B73F-C3F5DAF0DE0E}"/>
            </ac:spMkLst>
          </pc:spChg>
          <pc:spChg chg="del">
            <ac:chgData name="Pablo Perez Gosende" userId="5c19e8c1-b541-4095-8e25-6c9e5b437c22" providerId="ADAL" clId="{00F141DD-42B9-4DAA-913B-09A18B24CC6F}" dt="2021-10-27T21:51:20.002" v="32" actId="478"/>
            <ac:spMkLst>
              <pc:docMk/>
              <pc:sldMasterMk cId="45040325" sldId="2147483648"/>
              <pc:sldLayoutMk cId="339944962" sldId="2147483652"/>
              <ac:spMk id="29" creationId="{41E80191-D6A9-4F18-9228-73DC3A1310D5}"/>
            </ac:spMkLst>
          </pc:spChg>
          <pc:spChg chg="add mod">
            <ac:chgData name="Pablo Perez Gosende" userId="5c19e8c1-b541-4095-8e25-6c9e5b437c22" providerId="ADAL" clId="{00F141DD-42B9-4DAA-913B-09A18B24CC6F}" dt="2021-10-27T22:05:37.323" v="86"/>
            <ac:spMkLst>
              <pc:docMk/>
              <pc:sldMasterMk cId="45040325" sldId="2147483648"/>
              <pc:sldLayoutMk cId="339944962" sldId="2147483652"/>
              <ac:spMk id="32" creationId="{69B081D5-6810-45B5-BCCA-D740C00C3F96}"/>
            </ac:spMkLst>
          </pc:spChg>
          <pc:spChg chg="add mod">
            <ac:chgData name="Pablo Perez Gosende" userId="5c19e8c1-b541-4095-8e25-6c9e5b437c22" providerId="ADAL" clId="{00F141DD-42B9-4DAA-913B-09A18B24CC6F}" dt="2021-10-27T22:05:37.323" v="86"/>
            <ac:spMkLst>
              <pc:docMk/>
              <pc:sldMasterMk cId="45040325" sldId="2147483648"/>
              <pc:sldLayoutMk cId="339944962" sldId="2147483652"/>
              <ac:spMk id="34" creationId="{31BB7019-F892-4B19-BBB7-2FDD1CBF503D}"/>
            </ac:spMkLst>
          </pc:spChg>
          <pc:picChg chg="add mod">
            <ac:chgData name="Pablo Perez Gosende" userId="5c19e8c1-b541-4095-8e25-6c9e5b437c22" providerId="ADAL" clId="{00F141DD-42B9-4DAA-913B-09A18B24CC6F}" dt="2021-10-27T22:05:37.323" v="86"/>
            <ac:picMkLst>
              <pc:docMk/>
              <pc:sldMasterMk cId="45040325" sldId="2147483648"/>
              <pc:sldLayoutMk cId="339944962" sldId="2147483652"/>
              <ac:picMk id="28" creationId="{F5F8BBDA-8868-49CC-A49D-4C1C7840F9E2}"/>
            </ac:picMkLst>
          </pc:picChg>
          <pc:picChg chg="del">
            <ac:chgData name="Pablo Perez Gosende" userId="5c19e8c1-b541-4095-8e25-6c9e5b437c22" providerId="ADAL" clId="{00F141DD-42B9-4DAA-913B-09A18B24CC6F}" dt="2021-10-27T22:04:27.747" v="58" actId="478"/>
            <ac:picMkLst>
              <pc:docMk/>
              <pc:sldMasterMk cId="45040325" sldId="2147483648"/>
              <pc:sldLayoutMk cId="339944962" sldId="2147483652"/>
              <ac:picMk id="33" creationId="{4BF34AA4-8EDC-4C42-8AF4-0F9A6288B7DF}"/>
            </ac:picMkLst>
          </pc:picChg>
        </pc:sldLayoutChg>
        <pc:sldLayoutChg chg="addSp delSp modSp mod">
          <pc:chgData name="Pablo Perez Gosende" userId="5c19e8c1-b541-4095-8e25-6c9e5b437c22" providerId="ADAL" clId="{00F141DD-42B9-4DAA-913B-09A18B24CC6F}" dt="2021-10-27T22:05:38.945" v="87"/>
          <pc:sldLayoutMkLst>
            <pc:docMk/>
            <pc:sldMasterMk cId="45040325" sldId="2147483648"/>
            <pc:sldLayoutMk cId="3535557064" sldId="2147483653"/>
          </pc:sldLayoutMkLst>
          <pc:spChg chg="del">
            <ac:chgData name="Pablo Perez Gosende" userId="5c19e8c1-b541-4095-8e25-6c9e5b437c22" providerId="ADAL" clId="{00F141DD-42B9-4DAA-913B-09A18B24CC6F}" dt="2021-10-27T22:04:31.154" v="60" actId="478"/>
            <ac:spMkLst>
              <pc:docMk/>
              <pc:sldMasterMk cId="45040325" sldId="2147483648"/>
              <pc:sldLayoutMk cId="3535557064" sldId="2147483653"/>
              <ac:spMk id="9" creationId="{00000000-0000-0000-0000-000000000000}"/>
            </ac:spMkLst>
          </pc:spChg>
          <pc:spChg chg="del">
            <ac:chgData name="Pablo Perez Gosende" userId="5c19e8c1-b541-4095-8e25-6c9e5b437c22" providerId="ADAL" clId="{00F141DD-42B9-4DAA-913B-09A18B24CC6F}" dt="2021-10-27T22:04:30.059" v="59" actId="478"/>
            <ac:spMkLst>
              <pc:docMk/>
              <pc:sldMasterMk cId="45040325" sldId="2147483648"/>
              <pc:sldLayoutMk cId="3535557064" sldId="2147483653"/>
              <ac:spMk id="15" creationId="{00000000-0000-0000-0000-000000000000}"/>
            </ac:spMkLst>
          </pc:spChg>
          <pc:spChg chg="add mod">
            <ac:chgData name="Pablo Perez Gosende" userId="5c19e8c1-b541-4095-8e25-6c9e5b437c22" providerId="ADAL" clId="{00F141DD-42B9-4DAA-913B-09A18B24CC6F}" dt="2021-10-27T21:51:26.267" v="35"/>
            <ac:spMkLst>
              <pc:docMk/>
              <pc:sldMasterMk cId="45040325" sldId="2147483648"/>
              <pc:sldLayoutMk cId="3535557064" sldId="2147483653"/>
              <ac:spMk id="29" creationId="{3A5556FF-6B98-45D0-A6C4-4BA0C03BCE04}"/>
            </ac:spMkLst>
          </pc:spChg>
          <pc:spChg chg="del">
            <ac:chgData name="Pablo Perez Gosende" userId="5c19e8c1-b541-4095-8e25-6c9e5b437c22" providerId="ADAL" clId="{00F141DD-42B9-4DAA-913B-09A18B24CC6F}" dt="2021-10-27T21:51:25.066" v="34" actId="478"/>
            <ac:spMkLst>
              <pc:docMk/>
              <pc:sldMasterMk cId="45040325" sldId="2147483648"/>
              <pc:sldLayoutMk cId="3535557064" sldId="2147483653"/>
              <ac:spMk id="31" creationId="{76A54B8B-F6A7-4073-820C-9EB8727880F7}"/>
            </ac:spMkLst>
          </pc:spChg>
          <pc:spChg chg="add mod">
            <ac:chgData name="Pablo Perez Gosende" userId="5c19e8c1-b541-4095-8e25-6c9e5b437c22" providerId="ADAL" clId="{00F141DD-42B9-4DAA-913B-09A18B24CC6F}" dt="2021-10-27T22:05:38.945" v="87"/>
            <ac:spMkLst>
              <pc:docMk/>
              <pc:sldMasterMk cId="45040325" sldId="2147483648"/>
              <pc:sldLayoutMk cId="3535557064" sldId="2147483653"/>
              <ac:spMk id="34" creationId="{A5C433C5-9595-4A79-84DC-23EEA08470A1}"/>
            </ac:spMkLst>
          </pc:spChg>
          <pc:spChg chg="add mod">
            <ac:chgData name="Pablo Perez Gosende" userId="5c19e8c1-b541-4095-8e25-6c9e5b437c22" providerId="ADAL" clId="{00F141DD-42B9-4DAA-913B-09A18B24CC6F}" dt="2021-10-27T22:05:38.945" v="87"/>
            <ac:spMkLst>
              <pc:docMk/>
              <pc:sldMasterMk cId="45040325" sldId="2147483648"/>
              <pc:sldLayoutMk cId="3535557064" sldId="2147483653"/>
              <ac:spMk id="35" creationId="{C45D6881-D2A1-4ED7-84F5-E1BF2A0B6180}"/>
            </ac:spMkLst>
          </pc:spChg>
          <pc:picChg chg="add mod">
            <ac:chgData name="Pablo Perez Gosende" userId="5c19e8c1-b541-4095-8e25-6c9e5b437c22" providerId="ADAL" clId="{00F141DD-42B9-4DAA-913B-09A18B24CC6F}" dt="2021-10-27T22:05:38.945" v="87"/>
            <ac:picMkLst>
              <pc:docMk/>
              <pc:sldMasterMk cId="45040325" sldId="2147483648"/>
              <pc:sldLayoutMk cId="3535557064" sldId="2147483653"/>
              <ac:picMk id="30" creationId="{A371AB69-C25D-42AE-AADD-F3FE27DBA8D2}"/>
            </ac:picMkLst>
          </pc:picChg>
          <pc:picChg chg="del">
            <ac:chgData name="Pablo Perez Gosende" userId="5c19e8c1-b541-4095-8e25-6c9e5b437c22" providerId="ADAL" clId="{00F141DD-42B9-4DAA-913B-09A18B24CC6F}" dt="2021-10-27T22:04:31.938" v="61" actId="478"/>
            <ac:picMkLst>
              <pc:docMk/>
              <pc:sldMasterMk cId="45040325" sldId="2147483648"/>
              <pc:sldLayoutMk cId="3535557064" sldId="2147483653"/>
              <ac:picMk id="36" creationId="{D0837397-9316-4B58-B470-F9763F062FDC}"/>
            </ac:picMkLst>
          </pc:picChg>
        </pc:sldLayoutChg>
        <pc:sldLayoutChg chg="addSp delSp modSp mod">
          <pc:chgData name="Pablo Perez Gosende" userId="5c19e8c1-b541-4095-8e25-6c9e5b437c22" providerId="ADAL" clId="{00F141DD-42B9-4DAA-913B-09A18B24CC6F}" dt="2021-10-27T22:05:40.281" v="88"/>
          <pc:sldLayoutMkLst>
            <pc:docMk/>
            <pc:sldMasterMk cId="45040325" sldId="2147483648"/>
            <pc:sldLayoutMk cId="1807100545" sldId="2147483654"/>
          </pc:sldLayoutMkLst>
          <pc:spChg chg="del">
            <ac:chgData name="Pablo Perez Gosende" userId="5c19e8c1-b541-4095-8e25-6c9e5b437c22" providerId="ADAL" clId="{00F141DD-42B9-4DAA-913B-09A18B24CC6F}" dt="2021-10-27T22:04:36.274" v="62" actId="478"/>
            <ac:spMkLst>
              <pc:docMk/>
              <pc:sldMasterMk cId="45040325" sldId="2147483648"/>
              <pc:sldLayoutMk cId="1807100545" sldId="2147483654"/>
              <ac:spMk id="5" creationId="{00000000-0000-0000-0000-000000000000}"/>
            </ac:spMkLst>
          </pc:spChg>
          <pc:spChg chg="del">
            <ac:chgData name="Pablo Perez Gosende" userId="5c19e8c1-b541-4095-8e25-6c9e5b437c22" providerId="ADAL" clId="{00F141DD-42B9-4DAA-913B-09A18B24CC6F}" dt="2021-10-27T22:04:37.274" v="63" actId="478"/>
            <ac:spMkLst>
              <pc:docMk/>
              <pc:sldMasterMk cId="45040325" sldId="2147483648"/>
              <pc:sldLayoutMk cId="1807100545" sldId="2147483654"/>
              <ac:spMk id="11" creationId="{00000000-0000-0000-0000-000000000000}"/>
            </ac:spMkLst>
          </pc:spChg>
          <pc:spChg chg="add mod">
            <ac:chgData name="Pablo Perez Gosende" userId="5c19e8c1-b541-4095-8e25-6c9e5b437c22" providerId="ADAL" clId="{00F141DD-42B9-4DAA-913B-09A18B24CC6F}" dt="2021-10-27T21:51:30.891" v="37"/>
            <ac:spMkLst>
              <pc:docMk/>
              <pc:sldMasterMk cId="45040325" sldId="2147483648"/>
              <pc:sldLayoutMk cId="1807100545" sldId="2147483654"/>
              <ac:spMk id="25" creationId="{B287BC96-C6AF-4659-A7B4-418B2B386BC7}"/>
            </ac:spMkLst>
          </pc:spChg>
          <pc:spChg chg="del">
            <ac:chgData name="Pablo Perez Gosende" userId="5c19e8c1-b541-4095-8e25-6c9e5b437c22" providerId="ADAL" clId="{00F141DD-42B9-4DAA-913B-09A18B24CC6F}" dt="2021-10-27T21:51:29.771" v="36" actId="478"/>
            <ac:spMkLst>
              <pc:docMk/>
              <pc:sldMasterMk cId="45040325" sldId="2147483648"/>
              <pc:sldLayoutMk cId="1807100545" sldId="2147483654"/>
              <ac:spMk id="27" creationId="{E1E49237-6D11-4052-A515-5B73CAC29D53}"/>
            </ac:spMkLst>
          </pc:spChg>
          <pc:spChg chg="add mod">
            <ac:chgData name="Pablo Perez Gosende" userId="5c19e8c1-b541-4095-8e25-6c9e5b437c22" providerId="ADAL" clId="{00F141DD-42B9-4DAA-913B-09A18B24CC6F}" dt="2021-10-27T22:05:40.281" v="88"/>
            <ac:spMkLst>
              <pc:docMk/>
              <pc:sldMasterMk cId="45040325" sldId="2147483648"/>
              <pc:sldLayoutMk cId="1807100545" sldId="2147483654"/>
              <ac:spMk id="28" creationId="{56F33C90-252B-44D5-A4F0-B8B1F661BAAD}"/>
            </ac:spMkLst>
          </pc:spChg>
          <pc:spChg chg="add mod">
            <ac:chgData name="Pablo Perez Gosende" userId="5c19e8c1-b541-4095-8e25-6c9e5b437c22" providerId="ADAL" clId="{00F141DD-42B9-4DAA-913B-09A18B24CC6F}" dt="2021-10-27T22:05:40.281" v="88"/>
            <ac:spMkLst>
              <pc:docMk/>
              <pc:sldMasterMk cId="45040325" sldId="2147483648"/>
              <pc:sldLayoutMk cId="1807100545" sldId="2147483654"/>
              <ac:spMk id="32" creationId="{3A39B3A9-4EB8-4EB9-83A4-4A024BCA345A}"/>
            </ac:spMkLst>
          </pc:spChg>
          <pc:picChg chg="add mod">
            <ac:chgData name="Pablo Perez Gosende" userId="5c19e8c1-b541-4095-8e25-6c9e5b437c22" providerId="ADAL" clId="{00F141DD-42B9-4DAA-913B-09A18B24CC6F}" dt="2021-10-27T22:05:40.281" v="88"/>
            <ac:picMkLst>
              <pc:docMk/>
              <pc:sldMasterMk cId="45040325" sldId="2147483648"/>
              <pc:sldLayoutMk cId="1807100545" sldId="2147483654"/>
              <ac:picMk id="26" creationId="{C644A9A5-2641-42F5-A334-DCE9D19BFBBF}"/>
            </ac:picMkLst>
          </pc:picChg>
          <pc:picChg chg="del">
            <ac:chgData name="Pablo Perez Gosende" userId="5c19e8c1-b541-4095-8e25-6c9e5b437c22" providerId="ADAL" clId="{00F141DD-42B9-4DAA-913B-09A18B24CC6F}" dt="2021-10-27T22:04:38.154" v="64" actId="478"/>
            <ac:picMkLst>
              <pc:docMk/>
              <pc:sldMasterMk cId="45040325" sldId="2147483648"/>
              <pc:sldLayoutMk cId="1807100545" sldId="2147483654"/>
              <ac:picMk id="31" creationId="{0F1722F8-FBCD-4A5E-90D8-9045A3B2A354}"/>
            </ac:picMkLst>
          </pc:picChg>
        </pc:sldLayoutChg>
        <pc:sldLayoutChg chg="addSp delSp modSp mod">
          <pc:chgData name="Pablo Perez Gosende" userId="5c19e8c1-b541-4095-8e25-6c9e5b437c22" providerId="ADAL" clId="{00F141DD-42B9-4DAA-913B-09A18B24CC6F}" dt="2021-10-27T22:05:41.651" v="89"/>
          <pc:sldLayoutMkLst>
            <pc:docMk/>
            <pc:sldMasterMk cId="45040325" sldId="2147483648"/>
            <pc:sldLayoutMk cId="3499793352" sldId="2147483655"/>
          </pc:sldLayoutMkLst>
          <pc:spChg chg="del">
            <ac:chgData name="Pablo Perez Gosende" userId="5c19e8c1-b541-4095-8e25-6c9e5b437c22" providerId="ADAL" clId="{00F141DD-42B9-4DAA-913B-09A18B24CC6F}" dt="2021-10-27T22:04:44.451" v="65" actId="478"/>
            <ac:spMkLst>
              <pc:docMk/>
              <pc:sldMasterMk cId="45040325" sldId="2147483648"/>
              <pc:sldLayoutMk cId="3499793352" sldId="2147483655"/>
              <ac:spMk id="4" creationId="{00000000-0000-0000-0000-000000000000}"/>
            </ac:spMkLst>
          </pc:spChg>
          <pc:spChg chg="del">
            <ac:chgData name="Pablo Perez Gosende" userId="5c19e8c1-b541-4095-8e25-6c9e5b437c22" providerId="ADAL" clId="{00F141DD-42B9-4DAA-913B-09A18B24CC6F}" dt="2021-10-27T22:04:45.291" v="66" actId="478"/>
            <ac:spMkLst>
              <pc:docMk/>
              <pc:sldMasterMk cId="45040325" sldId="2147483648"/>
              <pc:sldLayoutMk cId="3499793352" sldId="2147483655"/>
              <ac:spMk id="10" creationId="{00000000-0000-0000-0000-000000000000}"/>
            </ac:spMkLst>
          </pc:spChg>
          <pc:spChg chg="add mod">
            <ac:chgData name="Pablo Perez Gosende" userId="5c19e8c1-b541-4095-8e25-6c9e5b437c22" providerId="ADAL" clId="{00F141DD-42B9-4DAA-913B-09A18B24CC6F}" dt="2021-10-27T21:51:35.205" v="39"/>
            <ac:spMkLst>
              <pc:docMk/>
              <pc:sldMasterMk cId="45040325" sldId="2147483648"/>
              <pc:sldLayoutMk cId="3499793352" sldId="2147483655"/>
              <ac:spMk id="25" creationId="{77202AAE-074B-48D2-8021-DDCD5139F123}"/>
            </ac:spMkLst>
          </pc:spChg>
          <pc:spChg chg="del">
            <ac:chgData name="Pablo Perez Gosende" userId="5c19e8c1-b541-4095-8e25-6c9e5b437c22" providerId="ADAL" clId="{00F141DD-42B9-4DAA-913B-09A18B24CC6F}" dt="2021-10-27T21:51:34.154" v="38" actId="478"/>
            <ac:spMkLst>
              <pc:docMk/>
              <pc:sldMasterMk cId="45040325" sldId="2147483648"/>
              <pc:sldLayoutMk cId="3499793352" sldId="2147483655"/>
              <ac:spMk id="28" creationId="{DBE8FE3D-408F-44AC-B769-FE9802A122EE}"/>
            </ac:spMkLst>
          </pc:spChg>
          <pc:spChg chg="add mod">
            <ac:chgData name="Pablo Perez Gosende" userId="5c19e8c1-b541-4095-8e25-6c9e5b437c22" providerId="ADAL" clId="{00F141DD-42B9-4DAA-913B-09A18B24CC6F}" dt="2021-10-27T22:05:41.651" v="89"/>
            <ac:spMkLst>
              <pc:docMk/>
              <pc:sldMasterMk cId="45040325" sldId="2147483648"/>
              <pc:sldLayoutMk cId="3499793352" sldId="2147483655"/>
              <ac:spMk id="29" creationId="{B659DFE1-DCD8-4258-B818-DF18F199418A}"/>
            </ac:spMkLst>
          </pc:spChg>
          <pc:spChg chg="add mod">
            <ac:chgData name="Pablo Perez Gosende" userId="5c19e8c1-b541-4095-8e25-6c9e5b437c22" providerId="ADAL" clId="{00F141DD-42B9-4DAA-913B-09A18B24CC6F}" dt="2021-10-27T22:05:41.651" v="89"/>
            <ac:spMkLst>
              <pc:docMk/>
              <pc:sldMasterMk cId="45040325" sldId="2147483648"/>
              <pc:sldLayoutMk cId="3499793352" sldId="2147483655"/>
              <ac:spMk id="31" creationId="{16954707-145D-4131-9901-686619AF1D80}"/>
            </ac:spMkLst>
          </pc:spChg>
          <pc:picChg chg="add mod">
            <ac:chgData name="Pablo Perez Gosende" userId="5c19e8c1-b541-4095-8e25-6c9e5b437c22" providerId="ADAL" clId="{00F141DD-42B9-4DAA-913B-09A18B24CC6F}" dt="2021-10-27T22:05:41.651" v="89"/>
            <ac:picMkLst>
              <pc:docMk/>
              <pc:sldMasterMk cId="45040325" sldId="2147483648"/>
              <pc:sldLayoutMk cId="3499793352" sldId="2147483655"/>
              <ac:picMk id="26" creationId="{E6DBEE59-57A8-4405-929A-84E4DE7ADD0B}"/>
            </ac:picMkLst>
          </pc:picChg>
          <pc:picChg chg="del">
            <ac:chgData name="Pablo Perez Gosende" userId="5c19e8c1-b541-4095-8e25-6c9e5b437c22" providerId="ADAL" clId="{00F141DD-42B9-4DAA-913B-09A18B24CC6F}" dt="2021-10-27T22:04:46.258" v="67" actId="478"/>
            <ac:picMkLst>
              <pc:docMk/>
              <pc:sldMasterMk cId="45040325" sldId="2147483648"/>
              <pc:sldLayoutMk cId="3499793352" sldId="2147483655"/>
              <ac:picMk id="30" creationId="{DB4C17B9-F498-4A68-A18A-CCD9692094D4}"/>
            </ac:picMkLst>
          </pc:picChg>
        </pc:sldLayoutChg>
        <pc:sldLayoutChg chg="addSp delSp modSp mod">
          <pc:chgData name="Pablo Perez Gosende" userId="5c19e8c1-b541-4095-8e25-6c9e5b437c22" providerId="ADAL" clId="{00F141DD-42B9-4DAA-913B-09A18B24CC6F}" dt="2021-10-27T22:05:43.018" v="90"/>
          <pc:sldLayoutMkLst>
            <pc:docMk/>
            <pc:sldMasterMk cId="45040325" sldId="2147483648"/>
            <pc:sldLayoutMk cId="2548351256" sldId="2147483656"/>
          </pc:sldLayoutMkLst>
          <pc:spChg chg="del">
            <ac:chgData name="Pablo Perez Gosende" userId="5c19e8c1-b541-4095-8e25-6c9e5b437c22" providerId="ADAL" clId="{00F141DD-42B9-4DAA-913B-09A18B24CC6F}" dt="2021-10-27T22:04:48.666" v="68" actId="478"/>
            <ac:spMkLst>
              <pc:docMk/>
              <pc:sldMasterMk cId="45040325" sldId="2147483648"/>
              <pc:sldLayoutMk cId="2548351256" sldId="2147483656"/>
              <ac:spMk id="7" creationId="{00000000-0000-0000-0000-000000000000}"/>
            </ac:spMkLst>
          </pc:spChg>
          <pc:spChg chg="del">
            <ac:chgData name="Pablo Perez Gosende" userId="5c19e8c1-b541-4095-8e25-6c9e5b437c22" providerId="ADAL" clId="{00F141DD-42B9-4DAA-913B-09A18B24CC6F}" dt="2021-10-27T22:04:49.538" v="69" actId="478"/>
            <ac:spMkLst>
              <pc:docMk/>
              <pc:sldMasterMk cId="45040325" sldId="2147483648"/>
              <pc:sldLayoutMk cId="2548351256" sldId="2147483656"/>
              <ac:spMk id="13" creationId="{00000000-0000-0000-0000-000000000000}"/>
            </ac:spMkLst>
          </pc:spChg>
          <pc:spChg chg="add mod">
            <ac:chgData name="Pablo Perez Gosende" userId="5c19e8c1-b541-4095-8e25-6c9e5b437c22" providerId="ADAL" clId="{00F141DD-42B9-4DAA-913B-09A18B24CC6F}" dt="2021-10-27T21:51:40.145" v="41"/>
            <ac:spMkLst>
              <pc:docMk/>
              <pc:sldMasterMk cId="45040325" sldId="2147483648"/>
              <pc:sldLayoutMk cId="2548351256" sldId="2147483656"/>
              <ac:spMk id="28" creationId="{529D74D5-40EA-4BAA-BF32-177BCC71E49A}"/>
            </ac:spMkLst>
          </pc:spChg>
          <pc:spChg chg="del">
            <ac:chgData name="Pablo Perez Gosende" userId="5c19e8c1-b541-4095-8e25-6c9e5b437c22" providerId="ADAL" clId="{00F141DD-42B9-4DAA-913B-09A18B24CC6F}" dt="2021-10-27T21:51:38.963" v="40" actId="478"/>
            <ac:spMkLst>
              <pc:docMk/>
              <pc:sldMasterMk cId="45040325" sldId="2147483648"/>
              <pc:sldLayoutMk cId="2548351256" sldId="2147483656"/>
              <ac:spMk id="31" creationId="{F53C9652-CA3F-4262-BE35-535915E13BC7}"/>
            </ac:spMkLst>
          </pc:spChg>
          <pc:spChg chg="add mod">
            <ac:chgData name="Pablo Perez Gosende" userId="5c19e8c1-b541-4095-8e25-6c9e5b437c22" providerId="ADAL" clId="{00F141DD-42B9-4DAA-913B-09A18B24CC6F}" dt="2021-10-27T22:05:43.018" v="90"/>
            <ac:spMkLst>
              <pc:docMk/>
              <pc:sldMasterMk cId="45040325" sldId="2147483648"/>
              <pc:sldLayoutMk cId="2548351256" sldId="2147483656"/>
              <ac:spMk id="32" creationId="{77249BDA-216B-4128-BD74-45EFC3756DF9}"/>
            </ac:spMkLst>
          </pc:spChg>
          <pc:spChg chg="add mod">
            <ac:chgData name="Pablo Perez Gosende" userId="5c19e8c1-b541-4095-8e25-6c9e5b437c22" providerId="ADAL" clId="{00F141DD-42B9-4DAA-913B-09A18B24CC6F}" dt="2021-10-27T22:05:43.018" v="90"/>
            <ac:spMkLst>
              <pc:docMk/>
              <pc:sldMasterMk cId="45040325" sldId="2147483648"/>
              <pc:sldLayoutMk cId="2548351256" sldId="2147483656"/>
              <ac:spMk id="34" creationId="{21DABD11-F2F6-45BA-91CD-6F23EC0ABBA3}"/>
            </ac:spMkLst>
          </pc:spChg>
          <pc:picChg chg="add mod">
            <ac:chgData name="Pablo Perez Gosende" userId="5c19e8c1-b541-4095-8e25-6c9e5b437c22" providerId="ADAL" clId="{00F141DD-42B9-4DAA-913B-09A18B24CC6F}" dt="2021-10-27T22:05:43.018" v="90"/>
            <ac:picMkLst>
              <pc:docMk/>
              <pc:sldMasterMk cId="45040325" sldId="2147483648"/>
              <pc:sldLayoutMk cId="2548351256" sldId="2147483656"/>
              <ac:picMk id="29" creationId="{4B85B9F9-5F9E-482B-BACB-CA572965CE5F}"/>
            </ac:picMkLst>
          </pc:picChg>
          <pc:picChg chg="del">
            <ac:chgData name="Pablo Perez Gosende" userId="5c19e8c1-b541-4095-8e25-6c9e5b437c22" providerId="ADAL" clId="{00F141DD-42B9-4DAA-913B-09A18B24CC6F}" dt="2021-10-27T22:04:50.522" v="70" actId="478"/>
            <ac:picMkLst>
              <pc:docMk/>
              <pc:sldMasterMk cId="45040325" sldId="2147483648"/>
              <pc:sldLayoutMk cId="2548351256" sldId="2147483656"/>
              <ac:picMk id="33" creationId="{4A9EE270-75FB-4F0D-8565-FFB00D6582E2}"/>
            </ac:picMkLst>
          </pc:picChg>
        </pc:sldLayoutChg>
        <pc:sldLayoutChg chg="addSp delSp modSp mod">
          <pc:chgData name="Pablo Perez Gosende" userId="5c19e8c1-b541-4095-8e25-6c9e5b437c22" providerId="ADAL" clId="{00F141DD-42B9-4DAA-913B-09A18B24CC6F}" dt="2021-10-27T22:05:44.298" v="91"/>
          <pc:sldLayoutMkLst>
            <pc:docMk/>
            <pc:sldMasterMk cId="45040325" sldId="2147483648"/>
            <pc:sldLayoutMk cId="329844082" sldId="2147483657"/>
          </pc:sldLayoutMkLst>
          <pc:spChg chg="del">
            <ac:chgData name="Pablo Perez Gosende" userId="5c19e8c1-b541-4095-8e25-6c9e5b437c22" providerId="ADAL" clId="{00F141DD-42B9-4DAA-913B-09A18B24CC6F}" dt="2021-10-27T22:04:52.994" v="71" actId="478"/>
            <ac:spMkLst>
              <pc:docMk/>
              <pc:sldMasterMk cId="45040325" sldId="2147483648"/>
              <pc:sldLayoutMk cId="329844082" sldId="2147483657"/>
              <ac:spMk id="7" creationId="{00000000-0000-0000-0000-000000000000}"/>
            </ac:spMkLst>
          </pc:spChg>
          <pc:spChg chg="del">
            <ac:chgData name="Pablo Perez Gosende" userId="5c19e8c1-b541-4095-8e25-6c9e5b437c22" providerId="ADAL" clId="{00F141DD-42B9-4DAA-913B-09A18B24CC6F}" dt="2021-10-27T22:04:53.690" v="72" actId="478"/>
            <ac:spMkLst>
              <pc:docMk/>
              <pc:sldMasterMk cId="45040325" sldId="2147483648"/>
              <pc:sldLayoutMk cId="329844082" sldId="2147483657"/>
              <ac:spMk id="13" creationId="{00000000-0000-0000-0000-000000000000}"/>
            </ac:spMkLst>
          </pc:spChg>
          <pc:spChg chg="add mod">
            <ac:chgData name="Pablo Perez Gosende" userId="5c19e8c1-b541-4095-8e25-6c9e5b437c22" providerId="ADAL" clId="{00F141DD-42B9-4DAA-913B-09A18B24CC6F}" dt="2021-10-27T21:51:44.915" v="43"/>
            <ac:spMkLst>
              <pc:docMk/>
              <pc:sldMasterMk cId="45040325" sldId="2147483648"/>
              <pc:sldLayoutMk cId="329844082" sldId="2147483657"/>
              <ac:spMk id="25" creationId="{ADD5382A-CE5C-4A23-9EA4-452B2C998676}"/>
            </ac:spMkLst>
          </pc:spChg>
          <pc:spChg chg="del">
            <ac:chgData name="Pablo Perez Gosende" userId="5c19e8c1-b541-4095-8e25-6c9e5b437c22" providerId="ADAL" clId="{00F141DD-42B9-4DAA-913B-09A18B24CC6F}" dt="2021-10-27T21:51:43.907" v="42" actId="478"/>
            <ac:spMkLst>
              <pc:docMk/>
              <pc:sldMasterMk cId="45040325" sldId="2147483648"/>
              <pc:sldLayoutMk cId="329844082" sldId="2147483657"/>
              <ac:spMk id="41" creationId="{21A38E8F-6F18-4955-8E70-F7DCC741558E}"/>
            </ac:spMkLst>
          </pc:spChg>
          <pc:spChg chg="add mod">
            <ac:chgData name="Pablo Perez Gosende" userId="5c19e8c1-b541-4095-8e25-6c9e5b437c22" providerId="ADAL" clId="{00F141DD-42B9-4DAA-913B-09A18B24CC6F}" dt="2021-10-27T22:05:44.298" v="91"/>
            <ac:spMkLst>
              <pc:docMk/>
              <pc:sldMasterMk cId="45040325" sldId="2147483648"/>
              <pc:sldLayoutMk cId="329844082" sldId="2147483657"/>
              <ac:spMk id="43" creationId="{CEFFC640-76CE-4F26-89E5-C163D9DAEAE9}"/>
            </ac:spMkLst>
          </pc:spChg>
          <pc:spChg chg="add mod">
            <ac:chgData name="Pablo Perez Gosende" userId="5c19e8c1-b541-4095-8e25-6c9e5b437c22" providerId="ADAL" clId="{00F141DD-42B9-4DAA-913B-09A18B24CC6F}" dt="2021-10-27T22:05:44.298" v="91"/>
            <ac:spMkLst>
              <pc:docMk/>
              <pc:sldMasterMk cId="45040325" sldId="2147483648"/>
              <pc:sldLayoutMk cId="329844082" sldId="2147483657"/>
              <ac:spMk id="45" creationId="{F40B90E5-5F21-4D48-B5ED-BF092DB5C965}"/>
            </ac:spMkLst>
          </pc:spChg>
          <pc:picChg chg="add mod">
            <ac:chgData name="Pablo Perez Gosende" userId="5c19e8c1-b541-4095-8e25-6c9e5b437c22" providerId="ADAL" clId="{00F141DD-42B9-4DAA-913B-09A18B24CC6F}" dt="2021-10-27T22:05:44.298" v="91"/>
            <ac:picMkLst>
              <pc:docMk/>
              <pc:sldMasterMk cId="45040325" sldId="2147483648"/>
              <pc:sldLayoutMk cId="329844082" sldId="2147483657"/>
              <ac:picMk id="40" creationId="{77AA755B-4A78-4CB8-818A-7BA631C9576F}"/>
            </ac:picMkLst>
          </pc:picChg>
          <pc:picChg chg="del">
            <ac:chgData name="Pablo Perez Gosende" userId="5c19e8c1-b541-4095-8e25-6c9e5b437c22" providerId="ADAL" clId="{00F141DD-42B9-4DAA-913B-09A18B24CC6F}" dt="2021-10-27T22:04:54.506" v="73" actId="478"/>
            <ac:picMkLst>
              <pc:docMk/>
              <pc:sldMasterMk cId="45040325" sldId="2147483648"/>
              <pc:sldLayoutMk cId="329844082" sldId="2147483657"/>
              <ac:picMk id="44" creationId="{B7933434-5033-48B6-BF07-C00DB5CCF9F8}"/>
            </ac:picMkLst>
          </pc:picChg>
        </pc:sldLayoutChg>
        <pc:sldLayoutChg chg="addSp delSp modSp mod">
          <pc:chgData name="Pablo Perez Gosende" userId="5c19e8c1-b541-4095-8e25-6c9e5b437c22" providerId="ADAL" clId="{00F141DD-42B9-4DAA-913B-09A18B24CC6F}" dt="2021-10-27T22:05:45.857" v="92"/>
          <pc:sldLayoutMkLst>
            <pc:docMk/>
            <pc:sldMasterMk cId="45040325" sldId="2147483648"/>
            <pc:sldLayoutMk cId="3278672786" sldId="2147483658"/>
          </pc:sldLayoutMkLst>
          <pc:spChg chg="del">
            <ac:chgData name="Pablo Perez Gosende" userId="5c19e8c1-b541-4095-8e25-6c9e5b437c22" providerId="ADAL" clId="{00F141DD-42B9-4DAA-913B-09A18B24CC6F}" dt="2021-10-27T22:04:56.962" v="74" actId="478"/>
            <ac:spMkLst>
              <pc:docMk/>
              <pc:sldMasterMk cId="45040325" sldId="2147483648"/>
              <pc:sldLayoutMk cId="3278672786" sldId="2147483658"/>
              <ac:spMk id="6" creationId="{00000000-0000-0000-0000-000000000000}"/>
            </ac:spMkLst>
          </pc:spChg>
          <pc:spChg chg="del">
            <ac:chgData name="Pablo Perez Gosende" userId="5c19e8c1-b541-4095-8e25-6c9e5b437c22" providerId="ADAL" clId="{00F141DD-42B9-4DAA-913B-09A18B24CC6F}" dt="2021-10-27T22:04:57.834" v="75" actId="478"/>
            <ac:spMkLst>
              <pc:docMk/>
              <pc:sldMasterMk cId="45040325" sldId="2147483648"/>
              <pc:sldLayoutMk cId="3278672786" sldId="2147483658"/>
              <ac:spMk id="12" creationId="{00000000-0000-0000-0000-000000000000}"/>
            </ac:spMkLst>
          </pc:spChg>
          <pc:spChg chg="add mod">
            <ac:chgData name="Pablo Perez Gosende" userId="5c19e8c1-b541-4095-8e25-6c9e5b437c22" providerId="ADAL" clId="{00F141DD-42B9-4DAA-913B-09A18B24CC6F}" dt="2021-10-27T21:51:50.082" v="45"/>
            <ac:spMkLst>
              <pc:docMk/>
              <pc:sldMasterMk cId="45040325" sldId="2147483648"/>
              <pc:sldLayoutMk cId="3278672786" sldId="2147483658"/>
              <ac:spMk id="24" creationId="{12A1D2D1-A5CE-4C5F-8297-DE3D4EF4F893}"/>
            </ac:spMkLst>
          </pc:spChg>
          <pc:spChg chg="del">
            <ac:chgData name="Pablo Perez Gosende" userId="5c19e8c1-b541-4095-8e25-6c9e5b437c22" providerId="ADAL" clId="{00F141DD-42B9-4DAA-913B-09A18B24CC6F}" dt="2021-10-27T21:51:48.875" v="44" actId="478"/>
            <ac:spMkLst>
              <pc:docMk/>
              <pc:sldMasterMk cId="45040325" sldId="2147483648"/>
              <pc:sldLayoutMk cId="3278672786" sldId="2147483658"/>
              <ac:spMk id="40" creationId="{DB0D6891-7981-45BF-AD87-A12E40CABE0E}"/>
            </ac:spMkLst>
          </pc:spChg>
          <pc:spChg chg="add mod">
            <ac:chgData name="Pablo Perez Gosende" userId="5c19e8c1-b541-4095-8e25-6c9e5b437c22" providerId="ADAL" clId="{00F141DD-42B9-4DAA-913B-09A18B24CC6F}" dt="2021-10-27T22:05:45.857" v="92"/>
            <ac:spMkLst>
              <pc:docMk/>
              <pc:sldMasterMk cId="45040325" sldId="2147483648"/>
              <pc:sldLayoutMk cId="3278672786" sldId="2147483658"/>
              <ac:spMk id="42" creationId="{45228A42-4322-4104-A61E-73CF0C853CDD}"/>
            </ac:spMkLst>
          </pc:spChg>
          <pc:spChg chg="add mod">
            <ac:chgData name="Pablo Perez Gosende" userId="5c19e8c1-b541-4095-8e25-6c9e5b437c22" providerId="ADAL" clId="{00F141DD-42B9-4DAA-913B-09A18B24CC6F}" dt="2021-10-27T22:05:45.857" v="92"/>
            <ac:spMkLst>
              <pc:docMk/>
              <pc:sldMasterMk cId="45040325" sldId="2147483648"/>
              <pc:sldLayoutMk cId="3278672786" sldId="2147483658"/>
              <ac:spMk id="44" creationId="{9FA2DF05-AD12-460F-8A84-FE9D8FD44FFC}"/>
            </ac:spMkLst>
          </pc:spChg>
          <pc:picChg chg="add mod">
            <ac:chgData name="Pablo Perez Gosende" userId="5c19e8c1-b541-4095-8e25-6c9e5b437c22" providerId="ADAL" clId="{00F141DD-42B9-4DAA-913B-09A18B24CC6F}" dt="2021-10-27T22:05:45.857" v="92"/>
            <ac:picMkLst>
              <pc:docMk/>
              <pc:sldMasterMk cId="45040325" sldId="2147483648"/>
              <pc:sldLayoutMk cId="3278672786" sldId="2147483658"/>
              <ac:picMk id="39" creationId="{0C7E4824-CF80-4C24-B1F1-288317628E81}"/>
            </ac:picMkLst>
          </pc:picChg>
          <pc:picChg chg="del">
            <ac:chgData name="Pablo Perez Gosende" userId="5c19e8c1-b541-4095-8e25-6c9e5b437c22" providerId="ADAL" clId="{00F141DD-42B9-4DAA-913B-09A18B24CC6F}" dt="2021-10-27T22:04:58.675" v="76" actId="478"/>
            <ac:picMkLst>
              <pc:docMk/>
              <pc:sldMasterMk cId="45040325" sldId="2147483648"/>
              <pc:sldLayoutMk cId="3278672786" sldId="2147483658"/>
              <ac:picMk id="43" creationId="{CF070098-AF96-44CF-BCE6-45B247043457}"/>
            </ac:picMkLst>
          </pc:picChg>
        </pc:sldLayoutChg>
        <pc:sldLayoutChg chg="addSp delSp modSp mod">
          <pc:chgData name="Pablo Perez Gosende" userId="5c19e8c1-b541-4095-8e25-6c9e5b437c22" providerId="ADAL" clId="{00F141DD-42B9-4DAA-913B-09A18B24CC6F}" dt="2021-10-27T22:05:47.281" v="93"/>
          <pc:sldLayoutMkLst>
            <pc:docMk/>
            <pc:sldMasterMk cId="45040325" sldId="2147483648"/>
            <pc:sldLayoutMk cId="1526346196" sldId="2147483659"/>
          </pc:sldLayoutMkLst>
          <pc:spChg chg="del">
            <ac:chgData name="Pablo Perez Gosende" userId="5c19e8c1-b541-4095-8e25-6c9e5b437c22" providerId="ADAL" clId="{00F141DD-42B9-4DAA-913B-09A18B24CC6F}" dt="2021-10-27T22:04:07.227" v="48" actId="478"/>
            <ac:spMkLst>
              <pc:docMk/>
              <pc:sldMasterMk cId="45040325" sldId="2147483648"/>
              <pc:sldLayoutMk cId="1526346196" sldId="2147483659"/>
              <ac:spMk id="6" creationId="{00000000-0000-0000-0000-000000000000}"/>
            </ac:spMkLst>
          </pc:spChg>
          <pc:spChg chg="del">
            <ac:chgData name="Pablo Perez Gosende" userId="5c19e8c1-b541-4095-8e25-6c9e5b437c22" providerId="ADAL" clId="{00F141DD-42B9-4DAA-913B-09A18B24CC6F}" dt="2021-10-27T22:04:08.186" v="49" actId="478"/>
            <ac:spMkLst>
              <pc:docMk/>
              <pc:sldMasterMk cId="45040325" sldId="2147483648"/>
              <pc:sldLayoutMk cId="1526346196" sldId="2147483659"/>
              <ac:spMk id="12" creationId="{00000000-0000-0000-0000-000000000000}"/>
            </ac:spMkLst>
          </pc:spChg>
          <pc:spChg chg="add mod">
            <ac:chgData name="Pablo Perez Gosende" userId="5c19e8c1-b541-4095-8e25-6c9e5b437c22" providerId="ADAL" clId="{00F141DD-42B9-4DAA-913B-09A18B24CC6F}" dt="2021-10-27T21:51:55.123" v="47"/>
            <ac:spMkLst>
              <pc:docMk/>
              <pc:sldMasterMk cId="45040325" sldId="2147483648"/>
              <pc:sldLayoutMk cId="1526346196" sldId="2147483659"/>
              <ac:spMk id="24" creationId="{0B553A61-7AB5-4FE7-AFC9-E668E5BE26A6}"/>
            </ac:spMkLst>
          </pc:spChg>
          <pc:spChg chg="del">
            <ac:chgData name="Pablo Perez Gosende" userId="5c19e8c1-b541-4095-8e25-6c9e5b437c22" providerId="ADAL" clId="{00F141DD-42B9-4DAA-913B-09A18B24CC6F}" dt="2021-10-27T21:51:53.658" v="46" actId="478"/>
            <ac:spMkLst>
              <pc:docMk/>
              <pc:sldMasterMk cId="45040325" sldId="2147483648"/>
              <pc:sldLayoutMk cId="1526346196" sldId="2147483659"/>
              <ac:spMk id="40" creationId="{BC2BA87F-9055-492E-B058-C523F4C677BC}"/>
            </ac:spMkLst>
          </pc:spChg>
          <pc:spChg chg="add mod">
            <ac:chgData name="Pablo Perez Gosende" userId="5c19e8c1-b541-4095-8e25-6c9e5b437c22" providerId="ADAL" clId="{00F141DD-42B9-4DAA-913B-09A18B24CC6F}" dt="2021-10-27T22:05:47.281" v="93"/>
            <ac:spMkLst>
              <pc:docMk/>
              <pc:sldMasterMk cId="45040325" sldId="2147483648"/>
              <pc:sldLayoutMk cId="1526346196" sldId="2147483659"/>
              <ac:spMk id="43" creationId="{9A3C3185-7CFB-4DC6-8655-E5AFD7837729}"/>
            </ac:spMkLst>
          </pc:spChg>
          <pc:spChg chg="add mod">
            <ac:chgData name="Pablo Perez Gosende" userId="5c19e8c1-b541-4095-8e25-6c9e5b437c22" providerId="ADAL" clId="{00F141DD-42B9-4DAA-913B-09A18B24CC6F}" dt="2021-10-27T22:05:47.281" v="93"/>
            <ac:spMkLst>
              <pc:docMk/>
              <pc:sldMasterMk cId="45040325" sldId="2147483648"/>
              <pc:sldLayoutMk cId="1526346196" sldId="2147483659"/>
              <ac:spMk id="44" creationId="{DFF9DFCA-CAD3-4B1A-8D9E-EB3F3EACFF28}"/>
            </ac:spMkLst>
          </pc:spChg>
          <pc:picChg chg="add mod">
            <ac:chgData name="Pablo Perez Gosende" userId="5c19e8c1-b541-4095-8e25-6c9e5b437c22" providerId="ADAL" clId="{00F141DD-42B9-4DAA-913B-09A18B24CC6F}" dt="2021-10-27T22:05:47.281" v="93"/>
            <ac:picMkLst>
              <pc:docMk/>
              <pc:sldMasterMk cId="45040325" sldId="2147483648"/>
              <pc:sldLayoutMk cId="1526346196" sldId="2147483659"/>
              <ac:picMk id="39" creationId="{5EB74B84-8FD6-4171-8A09-135E297D6F41}"/>
            </ac:picMkLst>
          </pc:picChg>
          <pc:picChg chg="del">
            <ac:chgData name="Pablo Perez Gosende" userId="5c19e8c1-b541-4095-8e25-6c9e5b437c22" providerId="ADAL" clId="{00F141DD-42B9-4DAA-913B-09A18B24CC6F}" dt="2021-10-27T22:05:01.155" v="77" actId="478"/>
            <ac:picMkLst>
              <pc:docMk/>
              <pc:sldMasterMk cId="45040325" sldId="2147483648"/>
              <pc:sldLayoutMk cId="1526346196" sldId="2147483659"/>
              <ac:picMk id="42" creationId="{10DD2427-4107-4A38-9297-0A05E10C975A}"/>
            </ac:picMkLst>
          </pc:picChg>
        </pc:sldLayoutChg>
      </pc:sldMasterChg>
    </pc:docChg>
  </pc:docChgLst>
  <pc:docChgLst>
    <pc:chgData name="Pablo Perez Gosende" userId="5c19e8c1-b541-4095-8e25-6c9e5b437c22" providerId="ADAL" clId="{4D537D1C-53F7-4E88-B538-1A39840E3D5E}"/>
    <pc:docChg chg="undo custSel addSld modSld modMainMaster">
      <pc:chgData name="Pablo Perez Gosende" userId="5c19e8c1-b541-4095-8e25-6c9e5b437c22" providerId="ADAL" clId="{4D537D1C-53F7-4E88-B538-1A39840E3D5E}" dt="2021-01-08T19:18:43.449" v="1015" actId="207"/>
      <pc:docMkLst>
        <pc:docMk/>
      </pc:docMkLst>
      <pc:sldChg chg="modSp mod">
        <pc:chgData name="Pablo Perez Gosende" userId="5c19e8c1-b541-4095-8e25-6c9e5b437c22" providerId="ADAL" clId="{4D537D1C-53F7-4E88-B538-1A39840E3D5E}" dt="2021-01-08T19:18:43.449" v="1015" actId="207"/>
        <pc:sldMkLst>
          <pc:docMk/>
          <pc:sldMk cId="2764657195" sldId="267"/>
        </pc:sldMkLst>
        <pc:spChg chg="mod">
          <ac:chgData name="Pablo Perez Gosende" userId="5c19e8c1-b541-4095-8e25-6c9e5b437c22" providerId="ADAL" clId="{4D537D1C-53F7-4E88-B538-1A39840E3D5E}" dt="2021-01-08T19:18:34.458" v="1014" actId="207"/>
          <ac:spMkLst>
            <pc:docMk/>
            <pc:sldMk cId="2764657195" sldId="267"/>
            <ac:spMk id="2" creationId="{00000000-0000-0000-0000-000000000000}"/>
          </ac:spMkLst>
        </pc:spChg>
        <pc:spChg chg="mod">
          <ac:chgData name="Pablo Perez Gosende" userId="5c19e8c1-b541-4095-8e25-6c9e5b437c22" providerId="ADAL" clId="{4D537D1C-53F7-4E88-B538-1A39840E3D5E}" dt="2021-01-08T19:18:43.449" v="1015" actId="207"/>
          <ac:spMkLst>
            <pc:docMk/>
            <pc:sldMk cId="2764657195" sldId="267"/>
            <ac:spMk id="3" creationId="{00000000-0000-0000-0000-000000000000}"/>
          </ac:spMkLst>
        </pc:spChg>
      </pc:sldChg>
      <pc:sldChg chg="addSp delSp modSp mod">
        <pc:chgData name="Pablo Perez Gosende" userId="5c19e8c1-b541-4095-8e25-6c9e5b437c22" providerId="ADAL" clId="{4D537D1C-53F7-4E88-B538-1A39840E3D5E}" dt="2021-01-08T18:59:20.390" v="682"/>
        <pc:sldMkLst>
          <pc:docMk/>
          <pc:sldMk cId="1911964517" sldId="278"/>
        </pc:sldMkLst>
        <pc:spChg chg="mod">
          <ac:chgData name="Pablo Perez Gosende" userId="5c19e8c1-b541-4095-8e25-6c9e5b437c22" providerId="ADAL" clId="{4D537D1C-53F7-4E88-B538-1A39840E3D5E}" dt="2021-01-08T18:55:46.186" v="433" actId="6549"/>
          <ac:spMkLst>
            <pc:docMk/>
            <pc:sldMk cId="1911964517" sldId="278"/>
            <ac:spMk id="2" creationId="{00000000-0000-0000-0000-000000000000}"/>
          </ac:spMkLst>
        </pc:spChg>
        <pc:spChg chg="mod">
          <ac:chgData name="Pablo Perez Gosende" userId="5c19e8c1-b541-4095-8e25-6c9e5b437c22" providerId="ADAL" clId="{4D537D1C-53F7-4E88-B538-1A39840E3D5E}" dt="2021-01-08T18:56:47.061" v="555" actId="20577"/>
          <ac:spMkLst>
            <pc:docMk/>
            <pc:sldMk cId="1911964517" sldId="278"/>
            <ac:spMk id="3" creationId="{00000000-0000-0000-0000-000000000000}"/>
          </ac:spMkLst>
        </pc:spChg>
        <pc:spChg chg="del">
          <ac:chgData name="Pablo Perez Gosende" userId="5c19e8c1-b541-4095-8e25-6c9e5b437c22" providerId="ADAL" clId="{4D537D1C-53F7-4E88-B538-1A39840E3D5E}" dt="2021-01-08T18:58:52.898" v="673" actId="478"/>
          <ac:spMkLst>
            <pc:docMk/>
            <pc:sldMk cId="1911964517" sldId="278"/>
            <ac:spMk id="7" creationId="{00000000-0000-0000-0000-000000000000}"/>
          </ac:spMkLst>
        </pc:spChg>
        <pc:spChg chg="add mod">
          <ac:chgData name="Pablo Perez Gosende" userId="5c19e8c1-b541-4095-8e25-6c9e5b437c22" providerId="ADAL" clId="{4D537D1C-53F7-4E88-B538-1A39840E3D5E}" dt="2021-01-08T18:59:20.390" v="682"/>
          <ac:spMkLst>
            <pc:docMk/>
            <pc:sldMk cId="1911964517" sldId="278"/>
            <ac:spMk id="8" creationId="{F1C64AB1-7E19-40ED-83C4-610C45BEB9D1}"/>
          </ac:spMkLst>
        </pc:spChg>
      </pc:sldChg>
      <pc:sldChg chg="modSp mod">
        <pc:chgData name="Pablo Perez Gosende" userId="5c19e8c1-b541-4095-8e25-6c9e5b437c22" providerId="ADAL" clId="{4D537D1C-53F7-4E88-B538-1A39840E3D5E}" dt="2021-01-08T18:55:29.328" v="429" actId="20577"/>
        <pc:sldMkLst>
          <pc:docMk/>
          <pc:sldMk cId="739092796" sldId="279"/>
        </pc:sldMkLst>
        <pc:spChg chg="mod">
          <ac:chgData name="Pablo Perez Gosende" userId="5c19e8c1-b541-4095-8e25-6c9e5b437c22" providerId="ADAL" clId="{4D537D1C-53F7-4E88-B538-1A39840E3D5E}" dt="2021-01-08T18:55:29.328" v="429" actId="20577"/>
          <ac:spMkLst>
            <pc:docMk/>
            <pc:sldMk cId="739092796" sldId="279"/>
            <ac:spMk id="3" creationId="{00000000-0000-0000-0000-000000000000}"/>
          </ac:spMkLst>
        </pc:spChg>
        <pc:spChg chg="mod">
          <ac:chgData name="Pablo Perez Gosende" userId="5c19e8c1-b541-4095-8e25-6c9e5b437c22" providerId="ADAL" clId="{4D537D1C-53F7-4E88-B538-1A39840E3D5E}" dt="2021-01-08T18:51:41.121" v="205" actId="6549"/>
          <ac:spMkLst>
            <pc:docMk/>
            <pc:sldMk cId="739092796" sldId="279"/>
            <ac:spMk id="7" creationId="{00000000-0000-0000-0000-000000000000}"/>
          </ac:spMkLst>
        </pc:spChg>
      </pc:sldChg>
      <pc:sldChg chg="addSp delSp modSp mod">
        <pc:chgData name="Pablo Perez Gosende" userId="5c19e8c1-b541-4095-8e25-6c9e5b437c22" providerId="ADAL" clId="{4D537D1C-53F7-4E88-B538-1A39840E3D5E}" dt="2021-01-08T18:59:22.248" v="683"/>
        <pc:sldMkLst>
          <pc:docMk/>
          <pc:sldMk cId="179276822" sldId="280"/>
        </pc:sldMkLst>
        <pc:spChg chg="mod">
          <ac:chgData name="Pablo Perez Gosende" userId="5c19e8c1-b541-4095-8e25-6c9e5b437c22" providerId="ADAL" clId="{4D537D1C-53F7-4E88-B538-1A39840E3D5E}" dt="2021-01-08T18:56:58.937" v="561" actId="20577"/>
          <ac:spMkLst>
            <pc:docMk/>
            <pc:sldMk cId="179276822" sldId="280"/>
            <ac:spMk id="2" creationId="{00000000-0000-0000-0000-000000000000}"/>
          </ac:spMkLst>
        </pc:spChg>
        <pc:spChg chg="del mod">
          <ac:chgData name="Pablo Perez Gosende" userId="5c19e8c1-b541-4095-8e25-6c9e5b437c22" providerId="ADAL" clId="{4D537D1C-53F7-4E88-B538-1A39840E3D5E}" dt="2021-01-08T18:58:56.199" v="675" actId="478"/>
          <ac:spMkLst>
            <pc:docMk/>
            <pc:sldMk cId="179276822" sldId="280"/>
            <ac:spMk id="6" creationId="{00000000-0000-0000-0000-000000000000}"/>
          </ac:spMkLst>
        </pc:spChg>
        <pc:spChg chg="add mod">
          <ac:chgData name="Pablo Perez Gosende" userId="5c19e8c1-b541-4095-8e25-6c9e5b437c22" providerId="ADAL" clId="{4D537D1C-53F7-4E88-B538-1A39840E3D5E}" dt="2021-01-08T18:59:22.248" v="683"/>
          <ac:spMkLst>
            <pc:docMk/>
            <pc:sldMk cId="179276822" sldId="280"/>
            <ac:spMk id="7" creationId="{A3FE0874-B18E-4D50-B87C-94D52EA1145D}"/>
          </ac:spMkLst>
        </pc:spChg>
      </pc:sldChg>
      <pc:sldChg chg="addSp delSp modSp mod">
        <pc:chgData name="Pablo Perez Gosende" userId="5c19e8c1-b541-4095-8e25-6c9e5b437c22" providerId="ADAL" clId="{4D537D1C-53F7-4E88-B538-1A39840E3D5E}" dt="2021-01-08T18:59:26.103" v="684"/>
        <pc:sldMkLst>
          <pc:docMk/>
          <pc:sldMk cId="2947115745" sldId="281"/>
        </pc:sldMkLst>
        <pc:spChg chg="mod">
          <ac:chgData name="Pablo Perez Gosende" userId="5c19e8c1-b541-4095-8e25-6c9e5b437c22" providerId="ADAL" clId="{4D537D1C-53F7-4E88-B538-1A39840E3D5E}" dt="2021-01-08T18:57:05.881" v="562" actId="6549"/>
          <ac:spMkLst>
            <pc:docMk/>
            <pc:sldMk cId="2947115745" sldId="281"/>
            <ac:spMk id="2" creationId="{00000000-0000-0000-0000-000000000000}"/>
          </ac:spMkLst>
        </pc:spChg>
        <pc:spChg chg="del">
          <ac:chgData name="Pablo Perez Gosende" userId="5c19e8c1-b541-4095-8e25-6c9e5b437c22" providerId="ADAL" clId="{4D537D1C-53F7-4E88-B538-1A39840E3D5E}" dt="2021-01-08T18:59:14.897" v="681" actId="478"/>
          <ac:spMkLst>
            <pc:docMk/>
            <pc:sldMk cId="2947115745" sldId="281"/>
            <ac:spMk id="6" creationId="{00000000-0000-0000-0000-000000000000}"/>
          </ac:spMkLst>
        </pc:spChg>
        <pc:spChg chg="add mod">
          <ac:chgData name="Pablo Perez Gosende" userId="5c19e8c1-b541-4095-8e25-6c9e5b437c22" providerId="ADAL" clId="{4D537D1C-53F7-4E88-B538-1A39840E3D5E}" dt="2021-01-08T18:59:26.103" v="684"/>
          <ac:spMkLst>
            <pc:docMk/>
            <pc:sldMk cId="2947115745" sldId="281"/>
            <ac:spMk id="7" creationId="{0C43961E-CC80-4BE4-96B1-598146A635FB}"/>
          </ac:spMkLst>
        </pc:spChg>
      </pc:sldChg>
      <pc:sldChg chg="addSp delSp modSp mod">
        <pc:chgData name="Pablo Perez Gosende" userId="5c19e8c1-b541-4095-8e25-6c9e5b437c22" providerId="ADAL" clId="{4D537D1C-53F7-4E88-B538-1A39840E3D5E}" dt="2021-01-08T18:59:27.486" v="685"/>
        <pc:sldMkLst>
          <pc:docMk/>
          <pc:sldMk cId="1690348111" sldId="282"/>
        </pc:sldMkLst>
        <pc:spChg chg="mod">
          <ac:chgData name="Pablo Perez Gosende" userId="5c19e8c1-b541-4095-8e25-6c9e5b437c22" providerId="ADAL" clId="{4D537D1C-53F7-4E88-B538-1A39840E3D5E}" dt="2021-01-08T18:57:17.461" v="586" actId="20577"/>
          <ac:spMkLst>
            <pc:docMk/>
            <pc:sldMk cId="1690348111" sldId="282"/>
            <ac:spMk id="2" creationId="{00000000-0000-0000-0000-000000000000}"/>
          </ac:spMkLst>
        </pc:spChg>
        <pc:spChg chg="del">
          <ac:chgData name="Pablo Perez Gosende" userId="5c19e8c1-b541-4095-8e25-6c9e5b437c22" providerId="ADAL" clId="{4D537D1C-53F7-4E88-B538-1A39840E3D5E}" dt="2021-01-08T18:58:58.280" v="676" actId="478"/>
          <ac:spMkLst>
            <pc:docMk/>
            <pc:sldMk cId="1690348111" sldId="282"/>
            <ac:spMk id="6" creationId="{00000000-0000-0000-0000-000000000000}"/>
          </ac:spMkLst>
        </pc:spChg>
        <pc:spChg chg="add mod">
          <ac:chgData name="Pablo Perez Gosende" userId="5c19e8c1-b541-4095-8e25-6c9e5b437c22" providerId="ADAL" clId="{4D537D1C-53F7-4E88-B538-1A39840E3D5E}" dt="2021-01-08T18:59:27.486" v="685"/>
          <ac:spMkLst>
            <pc:docMk/>
            <pc:sldMk cId="1690348111" sldId="282"/>
            <ac:spMk id="7" creationId="{B25F9982-67F0-4EBC-9BAF-F893D674B751}"/>
          </ac:spMkLst>
        </pc:spChg>
      </pc:sldChg>
      <pc:sldChg chg="addSp delSp modSp mod">
        <pc:chgData name="Pablo Perez Gosende" userId="5c19e8c1-b541-4095-8e25-6c9e5b437c22" providerId="ADAL" clId="{4D537D1C-53F7-4E88-B538-1A39840E3D5E}" dt="2021-01-08T18:59:28.676" v="686"/>
        <pc:sldMkLst>
          <pc:docMk/>
          <pc:sldMk cId="1702477805" sldId="283"/>
        </pc:sldMkLst>
        <pc:spChg chg="mod">
          <ac:chgData name="Pablo Perez Gosende" userId="5c19e8c1-b541-4095-8e25-6c9e5b437c22" providerId="ADAL" clId="{4D537D1C-53F7-4E88-B538-1A39840E3D5E}" dt="2021-01-08T18:57:28.042" v="590" actId="6549"/>
          <ac:spMkLst>
            <pc:docMk/>
            <pc:sldMk cId="1702477805" sldId="283"/>
            <ac:spMk id="2" creationId="{00000000-0000-0000-0000-000000000000}"/>
          </ac:spMkLst>
        </pc:spChg>
        <pc:spChg chg="del">
          <ac:chgData name="Pablo Perez Gosende" userId="5c19e8c1-b541-4095-8e25-6c9e5b437c22" providerId="ADAL" clId="{4D537D1C-53F7-4E88-B538-1A39840E3D5E}" dt="2021-01-08T18:59:00.271" v="677" actId="478"/>
          <ac:spMkLst>
            <pc:docMk/>
            <pc:sldMk cId="1702477805" sldId="283"/>
            <ac:spMk id="6" creationId="{00000000-0000-0000-0000-000000000000}"/>
          </ac:spMkLst>
        </pc:spChg>
        <pc:spChg chg="add mod">
          <ac:chgData name="Pablo Perez Gosende" userId="5c19e8c1-b541-4095-8e25-6c9e5b437c22" providerId="ADAL" clId="{4D537D1C-53F7-4E88-B538-1A39840E3D5E}" dt="2021-01-08T18:59:28.676" v="686"/>
          <ac:spMkLst>
            <pc:docMk/>
            <pc:sldMk cId="1702477805" sldId="283"/>
            <ac:spMk id="7" creationId="{9D02F63F-153B-45C8-A243-BF306FDF0B10}"/>
          </ac:spMkLst>
        </pc:spChg>
      </pc:sldChg>
      <pc:sldChg chg="addSp delSp modSp mod">
        <pc:chgData name="Pablo Perez Gosende" userId="5c19e8c1-b541-4095-8e25-6c9e5b437c22" providerId="ADAL" clId="{4D537D1C-53F7-4E88-B538-1A39840E3D5E}" dt="2021-01-08T18:59:29.785" v="687"/>
        <pc:sldMkLst>
          <pc:docMk/>
          <pc:sldMk cId="1654647480" sldId="284"/>
        </pc:sldMkLst>
        <pc:spChg chg="mod">
          <ac:chgData name="Pablo Perez Gosende" userId="5c19e8c1-b541-4095-8e25-6c9e5b437c22" providerId="ADAL" clId="{4D537D1C-53F7-4E88-B538-1A39840E3D5E}" dt="2021-01-08T18:57:45.988" v="602" actId="6549"/>
          <ac:spMkLst>
            <pc:docMk/>
            <pc:sldMk cId="1654647480" sldId="284"/>
            <ac:spMk id="2" creationId="{00000000-0000-0000-0000-000000000000}"/>
          </ac:spMkLst>
        </pc:spChg>
        <pc:spChg chg="del">
          <ac:chgData name="Pablo Perez Gosende" userId="5c19e8c1-b541-4095-8e25-6c9e5b437c22" providerId="ADAL" clId="{4D537D1C-53F7-4E88-B538-1A39840E3D5E}" dt="2021-01-08T18:59:02.266" v="678" actId="478"/>
          <ac:spMkLst>
            <pc:docMk/>
            <pc:sldMk cId="1654647480" sldId="284"/>
            <ac:spMk id="6" creationId="{00000000-0000-0000-0000-000000000000}"/>
          </ac:spMkLst>
        </pc:spChg>
        <pc:spChg chg="add mod">
          <ac:chgData name="Pablo Perez Gosende" userId="5c19e8c1-b541-4095-8e25-6c9e5b437c22" providerId="ADAL" clId="{4D537D1C-53F7-4E88-B538-1A39840E3D5E}" dt="2021-01-08T18:59:29.785" v="687"/>
          <ac:spMkLst>
            <pc:docMk/>
            <pc:sldMk cId="1654647480" sldId="284"/>
            <ac:spMk id="7" creationId="{C59BAFA1-0537-45B4-BF20-F321786726BF}"/>
          </ac:spMkLst>
        </pc:spChg>
      </pc:sldChg>
      <pc:sldChg chg="addSp delSp modSp mod">
        <pc:chgData name="Pablo Perez Gosende" userId="5c19e8c1-b541-4095-8e25-6c9e5b437c22" providerId="ADAL" clId="{4D537D1C-53F7-4E88-B538-1A39840E3D5E}" dt="2021-01-08T18:59:30.924" v="688"/>
        <pc:sldMkLst>
          <pc:docMk/>
          <pc:sldMk cId="3160277338" sldId="285"/>
        </pc:sldMkLst>
        <pc:spChg chg="mod">
          <ac:chgData name="Pablo Perez Gosende" userId="5c19e8c1-b541-4095-8e25-6c9e5b437c22" providerId="ADAL" clId="{4D537D1C-53F7-4E88-B538-1A39840E3D5E}" dt="2021-01-08T18:58:03.953" v="660" actId="6549"/>
          <ac:spMkLst>
            <pc:docMk/>
            <pc:sldMk cId="3160277338" sldId="285"/>
            <ac:spMk id="2" creationId="{00000000-0000-0000-0000-000000000000}"/>
          </ac:spMkLst>
        </pc:spChg>
        <pc:spChg chg="del">
          <ac:chgData name="Pablo Perez Gosende" userId="5c19e8c1-b541-4095-8e25-6c9e5b437c22" providerId="ADAL" clId="{4D537D1C-53F7-4E88-B538-1A39840E3D5E}" dt="2021-01-08T18:59:04.160" v="679" actId="478"/>
          <ac:spMkLst>
            <pc:docMk/>
            <pc:sldMk cId="3160277338" sldId="285"/>
            <ac:spMk id="6" creationId="{00000000-0000-0000-0000-000000000000}"/>
          </ac:spMkLst>
        </pc:spChg>
        <pc:spChg chg="add mod">
          <ac:chgData name="Pablo Perez Gosende" userId="5c19e8c1-b541-4095-8e25-6c9e5b437c22" providerId="ADAL" clId="{4D537D1C-53F7-4E88-B538-1A39840E3D5E}" dt="2021-01-08T18:59:30.924" v="688"/>
          <ac:spMkLst>
            <pc:docMk/>
            <pc:sldMk cId="3160277338" sldId="285"/>
            <ac:spMk id="7" creationId="{407776B5-EB9D-4B17-A0A6-B7946ADBB62D}"/>
          </ac:spMkLst>
        </pc:spChg>
      </pc:sldChg>
      <pc:sldChg chg="addSp delSp modSp new mod">
        <pc:chgData name="Pablo Perez Gosende" userId="5c19e8c1-b541-4095-8e25-6c9e5b437c22" providerId="ADAL" clId="{4D537D1C-53F7-4E88-B538-1A39840E3D5E}" dt="2021-01-08T18:59:32.165" v="689"/>
        <pc:sldMkLst>
          <pc:docMk/>
          <pc:sldMk cId="4098661607" sldId="286"/>
        </pc:sldMkLst>
        <pc:spChg chg="mod">
          <ac:chgData name="Pablo Perez Gosende" userId="5c19e8c1-b541-4095-8e25-6c9e5b437c22" providerId="ADAL" clId="{4D537D1C-53F7-4E88-B538-1A39840E3D5E}" dt="2021-01-08T18:58:32.184" v="672" actId="108"/>
          <ac:spMkLst>
            <pc:docMk/>
            <pc:sldMk cId="4098661607" sldId="286"/>
            <ac:spMk id="2" creationId="{AE9F6A46-07ED-43D9-8AEB-DC34F44A89FE}"/>
          </ac:spMkLst>
        </pc:spChg>
        <pc:spChg chg="del">
          <ac:chgData name="Pablo Perez Gosende" userId="5c19e8c1-b541-4095-8e25-6c9e5b437c22" providerId="ADAL" clId="{4D537D1C-53F7-4E88-B538-1A39840E3D5E}" dt="2021-01-08T18:59:06.215" v="680" actId="478"/>
          <ac:spMkLst>
            <pc:docMk/>
            <pc:sldMk cId="4098661607" sldId="286"/>
            <ac:spMk id="6" creationId="{09ABC111-1118-47BC-A44A-D0A911D8B53B}"/>
          </ac:spMkLst>
        </pc:spChg>
        <pc:spChg chg="add mod">
          <ac:chgData name="Pablo Perez Gosende" userId="5c19e8c1-b541-4095-8e25-6c9e5b437c22" providerId="ADAL" clId="{4D537D1C-53F7-4E88-B538-1A39840E3D5E}" dt="2021-01-08T18:59:32.165" v="689"/>
          <ac:spMkLst>
            <pc:docMk/>
            <pc:sldMk cId="4098661607" sldId="286"/>
            <ac:spMk id="7" creationId="{C0C74E4D-6197-4AD8-8CBD-473C68915934}"/>
          </ac:spMkLst>
        </pc:spChg>
      </pc:sldChg>
      <pc:sldMasterChg chg="modSldLayout">
        <pc:chgData name="Pablo Perez Gosende" userId="5c19e8c1-b541-4095-8e25-6c9e5b437c22" providerId="ADAL" clId="{4D537D1C-53F7-4E88-B538-1A39840E3D5E}" dt="2021-01-08T19:10:43.043" v="1013"/>
        <pc:sldMasterMkLst>
          <pc:docMk/>
          <pc:sldMasterMk cId="45040325" sldId="2147483648"/>
        </pc:sldMasterMkLst>
        <pc:sldLayoutChg chg="addSp delSp modSp mod">
          <pc:chgData name="Pablo Perez Gosende" userId="5c19e8c1-b541-4095-8e25-6c9e5b437c22" providerId="ADAL" clId="{4D537D1C-53F7-4E88-B538-1A39840E3D5E}" dt="2021-01-08T19:08:02.574" v="949" actId="20577"/>
          <pc:sldLayoutMkLst>
            <pc:docMk/>
            <pc:sldMasterMk cId="45040325" sldId="2147483648"/>
            <pc:sldLayoutMk cId="2316303603" sldId="2147483649"/>
          </pc:sldLayoutMkLst>
          <pc:spChg chg="mod">
            <ac:chgData name="Pablo Perez Gosende" userId="5c19e8c1-b541-4095-8e25-6c9e5b437c22" providerId="ADAL" clId="{4D537D1C-53F7-4E88-B538-1A39840E3D5E}" dt="2021-01-08T19:08:02.574" v="949" actId="20577"/>
            <ac:spMkLst>
              <pc:docMk/>
              <pc:sldMasterMk cId="45040325" sldId="2147483648"/>
              <pc:sldLayoutMk cId="2316303603" sldId="2147483649"/>
              <ac:spMk id="5" creationId="{00000000-0000-0000-0000-000000000000}"/>
            </ac:spMkLst>
          </pc:spChg>
          <pc:spChg chg="mod">
            <ac:chgData name="Pablo Perez Gosende" userId="5c19e8c1-b541-4095-8e25-6c9e5b437c22" providerId="ADAL" clId="{4D537D1C-53F7-4E88-B538-1A39840E3D5E}" dt="2021-01-08T19:07:14.819" v="915" actId="122"/>
            <ac:spMkLst>
              <pc:docMk/>
              <pc:sldMasterMk cId="45040325" sldId="2147483648"/>
              <pc:sldLayoutMk cId="2316303603" sldId="2147483649"/>
              <ac:spMk id="12" creationId="{00000000-0000-0000-0000-000000000000}"/>
            </ac:spMkLst>
          </pc:spChg>
          <pc:picChg chg="del">
            <ac:chgData name="Pablo Perez Gosende" userId="5c19e8c1-b541-4095-8e25-6c9e5b437c22" providerId="ADAL" clId="{4D537D1C-53F7-4E88-B538-1A39840E3D5E}" dt="2021-01-08T19:02:30.768" v="877" actId="478"/>
            <ac:picMkLst>
              <pc:docMk/>
              <pc:sldMasterMk cId="45040325" sldId="2147483648"/>
              <pc:sldLayoutMk cId="2316303603" sldId="2147483649"/>
              <ac:picMk id="9" creationId="{00000000-0000-0000-0000-000000000000}"/>
            </ac:picMkLst>
          </pc:picChg>
          <pc:picChg chg="add mod">
            <ac:chgData name="Pablo Perez Gosende" userId="5c19e8c1-b541-4095-8e25-6c9e5b437c22" providerId="ADAL" clId="{4D537D1C-53F7-4E88-B538-1A39840E3D5E}" dt="2021-01-08T19:07:03.835" v="913" actId="14100"/>
            <ac:picMkLst>
              <pc:docMk/>
              <pc:sldMasterMk cId="45040325" sldId="2147483648"/>
              <pc:sldLayoutMk cId="2316303603" sldId="2147483649"/>
              <ac:picMk id="11" creationId="{329C0038-26E1-45D1-B3DE-4730230CEC15}"/>
            </ac:picMkLst>
          </pc:picChg>
        </pc:sldLayoutChg>
        <pc:sldLayoutChg chg="addSp delSp modSp mod">
          <pc:chgData name="Pablo Perez Gosende" userId="5c19e8c1-b541-4095-8e25-6c9e5b437c22" providerId="ADAL" clId="{4D537D1C-53F7-4E88-B538-1A39840E3D5E}" dt="2021-01-08T19:10:43.043" v="1013"/>
          <pc:sldLayoutMkLst>
            <pc:docMk/>
            <pc:sldMasterMk cId="45040325" sldId="2147483648"/>
            <pc:sldLayoutMk cId="4130520184" sldId="2147483650"/>
          </pc:sldLayoutMkLst>
          <pc:spChg chg="del">
            <ac:chgData name="Pablo Perez Gosende" userId="5c19e8c1-b541-4095-8e25-6c9e5b437c22" providerId="ADAL" clId="{4D537D1C-53F7-4E88-B538-1A39840E3D5E}" dt="2021-01-08T19:08:17.870" v="950" actId="478"/>
            <ac:spMkLst>
              <pc:docMk/>
              <pc:sldMasterMk cId="45040325" sldId="2147483648"/>
              <pc:sldLayoutMk cId="4130520184" sldId="2147483650"/>
              <ac:spMk id="24" creationId="{00000000-0000-0000-0000-000000000000}"/>
            </ac:spMkLst>
          </pc:spChg>
          <pc:spChg chg="add mod">
            <ac:chgData name="Pablo Perez Gosende" userId="5c19e8c1-b541-4095-8e25-6c9e5b437c22" providerId="ADAL" clId="{4D537D1C-53F7-4E88-B538-1A39840E3D5E}" dt="2021-01-08T19:08:46.897" v="969"/>
            <ac:spMkLst>
              <pc:docMk/>
              <pc:sldMasterMk cId="45040325" sldId="2147483648"/>
              <pc:sldLayoutMk cId="4130520184" sldId="2147483650"/>
              <ac:spMk id="26" creationId="{E77BD928-4AEC-4078-8697-91D32B043B0C}"/>
            </ac:spMkLst>
          </pc:spChg>
          <pc:picChg chg="del">
            <ac:chgData name="Pablo Perez Gosende" userId="5c19e8c1-b541-4095-8e25-6c9e5b437c22" providerId="ADAL" clId="{4D537D1C-53F7-4E88-B538-1A39840E3D5E}" dt="2021-01-08T19:08:55.648" v="970" actId="478"/>
            <ac:picMkLst>
              <pc:docMk/>
              <pc:sldMasterMk cId="45040325" sldId="2147483648"/>
              <pc:sldLayoutMk cId="4130520184" sldId="2147483650"/>
              <ac:picMk id="25" creationId="{00000000-0000-0000-0000-000000000000}"/>
            </ac:picMkLst>
          </pc:picChg>
          <pc:picChg chg="add del mod">
            <ac:chgData name="Pablo Perez Gosende" userId="5c19e8c1-b541-4095-8e25-6c9e5b437c22" providerId="ADAL" clId="{4D537D1C-53F7-4E88-B538-1A39840E3D5E}" dt="2021-01-08T19:10:41.783" v="1012" actId="478"/>
            <ac:picMkLst>
              <pc:docMk/>
              <pc:sldMasterMk cId="45040325" sldId="2147483648"/>
              <pc:sldLayoutMk cId="4130520184" sldId="2147483650"/>
              <ac:picMk id="27" creationId="{023E827E-4568-4AE8-9C4A-3F789B8A222A}"/>
            </ac:picMkLst>
          </pc:picChg>
          <pc:picChg chg="add mod">
            <ac:chgData name="Pablo Perez Gosende" userId="5c19e8c1-b541-4095-8e25-6c9e5b437c22" providerId="ADAL" clId="{4D537D1C-53F7-4E88-B538-1A39840E3D5E}" dt="2021-01-08T19:10:43.043" v="1013"/>
            <ac:picMkLst>
              <pc:docMk/>
              <pc:sldMasterMk cId="45040325" sldId="2147483648"/>
              <pc:sldLayoutMk cId="4130520184" sldId="2147483650"/>
              <ac:picMk id="30" creationId="{9DF6F54B-58BA-4AF2-B0CA-F86356FC82F6}"/>
            </ac:picMkLst>
          </pc:picChg>
        </pc:sldLayoutChg>
        <pc:sldLayoutChg chg="addSp delSp modSp mod">
          <pc:chgData name="Pablo Perez Gosende" userId="5c19e8c1-b541-4095-8e25-6c9e5b437c22" providerId="ADAL" clId="{4D537D1C-53F7-4E88-B538-1A39840E3D5E}" dt="2021-01-08T19:10:39.372" v="1011"/>
          <pc:sldLayoutMkLst>
            <pc:docMk/>
            <pc:sldMasterMk cId="45040325" sldId="2147483648"/>
            <pc:sldLayoutMk cId="3584723007" sldId="2147483651"/>
          </pc:sldLayoutMkLst>
          <pc:spChg chg="del">
            <ac:chgData name="Pablo Perez Gosende" userId="5c19e8c1-b541-4095-8e25-6c9e5b437c22" providerId="ADAL" clId="{4D537D1C-53F7-4E88-B538-1A39840E3D5E}" dt="2021-01-08T19:08:19.798" v="951" actId="478"/>
            <ac:spMkLst>
              <pc:docMk/>
              <pc:sldMasterMk cId="45040325" sldId="2147483648"/>
              <pc:sldLayoutMk cId="3584723007" sldId="2147483651"/>
              <ac:spMk id="29" creationId="{00000000-0000-0000-0000-000000000000}"/>
            </ac:spMkLst>
          </pc:spChg>
          <pc:spChg chg="add mod">
            <ac:chgData name="Pablo Perez Gosende" userId="5c19e8c1-b541-4095-8e25-6c9e5b437c22" providerId="ADAL" clId="{4D537D1C-53F7-4E88-B538-1A39840E3D5E}" dt="2021-01-08T19:08:45.608" v="968"/>
            <ac:spMkLst>
              <pc:docMk/>
              <pc:sldMasterMk cId="45040325" sldId="2147483648"/>
              <pc:sldLayoutMk cId="3584723007" sldId="2147483651"/>
              <ac:spMk id="31" creationId="{1A2F47E6-6E78-4288-B39F-FFA7570EF56C}"/>
            </ac:spMkLst>
          </pc:spChg>
          <pc:picChg chg="del">
            <ac:chgData name="Pablo Perez Gosende" userId="5c19e8c1-b541-4095-8e25-6c9e5b437c22" providerId="ADAL" clId="{4D537D1C-53F7-4E88-B538-1A39840E3D5E}" dt="2021-01-08T19:09:22.801" v="975" actId="478"/>
            <ac:picMkLst>
              <pc:docMk/>
              <pc:sldMasterMk cId="45040325" sldId="2147483648"/>
              <pc:sldLayoutMk cId="3584723007" sldId="2147483651"/>
              <ac:picMk id="30" creationId="{00000000-0000-0000-0000-000000000000}"/>
            </ac:picMkLst>
          </pc:picChg>
          <pc:picChg chg="add del mod">
            <ac:chgData name="Pablo Perez Gosende" userId="5c19e8c1-b541-4095-8e25-6c9e5b437c22" providerId="ADAL" clId="{4D537D1C-53F7-4E88-B538-1A39840E3D5E}" dt="2021-01-08T19:10:38.048" v="1010" actId="478"/>
            <ac:picMkLst>
              <pc:docMk/>
              <pc:sldMasterMk cId="45040325" sldId="2147483648"/>
              <pc:sldLayoutMk cId="3584723007" sldId="2147483651"/>
              <ac:picMk id="34" creationId="{F88E971E-EC1A-4E68-BD4C-21235EDCE51F}"/>
            </ac:picMkLst>
          </pc:picChg>
          <pc:picChg chg="add mod">
            <ac:chgData name="Pablo Perez Gosende" userId="5c19e8c1-b541-4095-8e25-6c9e5b437c22" providerId="ADAL" clId="{4D537D1C-53F7-4E88-B538-1A39840E3D5E}" dt="2021-01-08T19:10:39.372" v="1011"/>
            <ac:picMkLst>
              <pc:docMk/>
              <pc:sldMasterMk cId="45040325" sldId="2147483648"/>
              <pc:sldLayoutMk cId="3584723007" sldId="2147483651"/>
              <ac:picMk id="35" creationId="{356BDE2E-7EBC-4981-8844-ECD67E4AFA72}"/>
            </ac:picMkLst>
          </pc:picChg>
        </pc:sldLayoutChg>
        <pc:sldLayoutChg chg="addSp delSp modSp mod">
          <pc:chgData name="Pablo Perez Gosende" userId="5c19e8c1-b541-4095-8e25-6c9e5b437c22" providerId="ADAL" clId="{4D537D1C-53F7-4E88-B538-1A39840E3D5E}" dt="2021-01-08T19:10:35.737" v="1009"/>
          <pc:sldLayoutMkLst>
            <pc:docMk/>
            <pc:sldMasterMk cId="45040325" sldId="2147483648"/>
            <pc:sldLayoutMk cId="339944962" sldId="2147483652"/>
          </pc:sldLayoutMkLst>
          <pc:spChg chg="del">
            <ac:chgData name="Pablo Perez Gosende" userId="5c19e8c1-b541-4095-8e25-6c9e5b437c22" providerId="ADAL" clId="{4D537D1C-53F7-4E88-B538-1A39840E3D5E}" dt="2021-01-08T19:08:21.235" v="952" actId="478"/>
            <ac:spMkLst>
              <pc:docMk/>
              <pc:sldMasterMk cId="45040325" sldId="2147483648"/>
              <pc:sldLayoutMk cId="339944962" sldId="2147483652"/>
              <ac:spMk id="27" creationId="{00000000-0000-0000-0000-000000000000}"/>
            </ac:spMkLst>
          </pc:spChg>
          <pc:spChg chg="add mod">
            <ac:chgData name="Pablo Perez Gosende" userId="5c19e8c1-b541-4095-8e25-6c9e5b437c22" providerId="ADAL" clId="{4D537D1C-53F7-4E88-B538-1A39840E3D5E}" dt="2021-01-08T19:08:44.294" v="967"/>
            <ac:spMkLst>
              <pc:docMk/>
              <pc:sldMasterMk cId="45040325" sldId="2147483648"/>
              <pc:sldLayoutMk cId="339944962" sldId="2147483652"/>
              <ac:spMk id="29" creationId="{41E80191-D6A9-4F18-9228-73DC3A1310D5}"/>
            </ac:spMkLst>
          </pc:spChg>
          <pc:picChg chg="del">
            <ac:chgData name="Pablo Perez Gosende" userId="5c19e8c1-b541-4095-8e25-6c9e5b437c22" providerId="ADAL" clId="{4D537D1C-53F7-4E88-B538-1A39840E3D5E}" dt="2021-01-08T19:09:27.853" v="977" actId="478"/>
            <ac:picMkLst>
              <pc:docMk/>
              <pc:sldMasterMk cId="45040325" sldId="2147483648"/>
              <pc:sldLayoutMk cId="339944962" sldId="2147483652"/>
              <ac:picMk id="28" creationId="{00000000-0000-0000-0000-000000000000}"/>
            </ac:picMkLst>
          </pc:picChg>
          <pc:picChg chg="add del mod">
            <ac:chgData name="Pablo Perez Gosende" userId="5c19e8c1-b541-4095-8e25-6c9e5b437c22" providerId="ADAL" clId="{4D537D1C-53F7-4E88-B538-1A39840E3D5E}" dt="2021-01-08T19:10:34.312" v="1008" actId="478"/>
            <ac:picMkLst>
              <pc:docMk/>
              <pc:sldMasterMk cId="45040325" sldId="2147483648"/>
              <pc:sldLayoutMk cId="339944962" sldId="2147483652"/>
              <ac:picMk id="32" creationId="{79A307F4-85A2-46A5-B962-262B8773CA4C}"/>
            </ac:picMkLst>
          </pc:picChg>
          <pc:picChg chg="add mod">
            <ac:chgData name="Pablo Perez Gosende" userId="5c19e8c1-b541-4095-8e25-6c9e5b437c22" providerId="ADAL" clId="{4D537D1C-53F7-4E88-B538-1A39840E3D5E}" dt="2021-01-08T19:10:35.737" v="1009"/>
            <ac:picMkLst>
              <pc:docMk/>
              <pc:sldMasterMk cId="45040325" sldId="2147483648"/>
              <pc:sldLayoutMk cId="339944962" sldId="2147483652"/>
              <ac:picMk id="33" creationId="{4BF34AA4-8EDC-4C42-8AF4-0F9A6288B7DF}"/>
            </ac:picMkLst>
          </pc:picChg>
        </pc:sldLayoutChg>
        <pc:sldLayoutChg chg="addSp delSp modSp mod">
          <pc:chgData name="Pablo Perez Gosende" userId="5c19e8c1-b541-4095-8e25-6c9e5b437c22" providerId="ADAL" clId="{4D537D1C-53F7-4E88-B538-1A39840E3D5E}" dt="2021-01-08T19:10:31.964" v="1007"/>
          <pc:sldLayoutMkLst>
            <pc:docMk/>
            <pc:sldMasterMk cId="45040325" sldId="2147483648"/>
            <pc:sldLayoutMk cId="3535557064" sldId="2147483653"/>
          </pc:sldLayoutMkLst>
          <pc:spChg chg="del">
            <ac:chgData name="Pablo Perez Gosende" userId="5c19e8c1-b541-4095-8e25-6c9e5b437c22" providerId="ADAL" clId="{4D537D1C-53F7-4E88-B538-1A39840E3D5E}" dt="2021-01-08T19:08:22.736" v="953" actId="478"/>
            <ac:spMkLst>
              <pc:docMk/>
              <pc:sldMasterMk cId="45040325" sldId="2147483648"/>
              <pc:sldLayoutMk cId="3535557064" sldId="2147483653"/>
              <ac:spMk id="29" creationId="{00000000-0000-0000-0000-000000000000}"/>
            </ac:spMkLst>
          </pc:spChg>
          <pc:spChg chg="add mod">
            <ac:chgData name="Pablo Perez Gosende" userId="5c19e8c1-b541-4095-8e25-6c9e5b437c22" providerId="ADAL" clId="{4D537D1C-53F7-4E88-B538-1A39840E3D5E}" dt="2021-01-08T19:08:43.162" v="966"/>
            <ac:spMkLst>
              <pc:docMk/>
              <pc:sldMasterMk cId="45040325" sldId="2147483648"/>
              <pc:sldLayoutMk cId="3535557064" sldId="2147483653"/>
              <ac:spMk id="31" creationId="{76A54B8B-F6A7-4073-820C-9EB8727880F7}"/>
            </ac:spMkLst>
          </pc:spChg>
          <pc:picChg chg="del">
            <ac:chgData name="Pablo Perez Gosende" userId="5c19e8c1-b541-4095-8e25-6c9e5b437c22" providerId="ADAL" clId="{4D537D1C-53F7-4E88-B538-1A39840E3D5E}" dt="2021-01-08T19:09:36.272" v="981" actId="478"/>
            <ac:picMkLst>
              <pc:docMk/>
              <pc:sldMasterMk cId="45040325" sldId="2147483648"/>
              <pc:sldLayoutMk cId="3535557064" sldId="2147483653"/>
              <ac:picMk id="30" creationId="{00000000-0000-0000-0000-000000000000}"/>
            </ac:picMkLst>
          </pc:picChg>
          <pc:picChg chg="add del mod">
            <ac:chgData name="Pablo Perez Gosende" userId="5c19e8c1-b541-4095-8e25-6c9e5b437c22" providerId="ADAL" clId="{4D537D1C-53F7-4E88-B538-1A39840E3D5E}" dt="2021-01-08T19:09:34.741" v="980"/>
            <ac:picMkLst>
              <pc:docMk/>
              <pc:sldMasterMk cId="45040325" sldId="2147483648"/>
              <pc:sldLayoutMk cId="3535557064" sldId="2147483653"/>
              <ac:picMk id="34" creationId="{6A1A35D5-F18B-4184-8654-AE303C4D7F26}"/>
            </ac:picMkLst>
          </pc:picChg>
          <pc:picChg chg="add del mod">
            <ac:chgData name="Pablo Perez Gosende" userId="5c19e8c1-b541-4095-8e25-6c9e5b437c22" providerId="ADAL" clId="{4D537D1C-53F7-4E88-B538-1A39840E3D5E}" dt="2021-01-08T19:10:30.673" v="1006" actId="478"/>
            <ac:picMkLst>
              <pc:docMk/>
              <pc:sldMasterMk cId="45040325" sldId="2147483648"/>
              <pc:sldLayoutMk cId="3535557064" sldId="2147483653"/>
              <ac:picMk id="35" creationId="{54EC1B57-DA00-4DA9-9FF3-D7C0DA7BBCA2}"/>
            </ac:picMkLst>
          </pc:picChg>
          <pc:picChg chg="add mod">
            <ac:chgData name="Pablo Perez Gosende" userId="5c19e8c1-b541-4095-8e25-6c9e5b437c22" providerId="ADAL" clId="{4D537D1C-53F7-4E88-B538-1A39840E3D5E}" dt="2021-01-08T19:10:31.964" v="1007"/>
            <ac:picMkLst>
              <pc:docMk/>
              <pc:sldMasterMk cId="45040325" sldId="2147483648"/>
              <pc:sldLayoutMk cId="3535557064" sldId="2147483653"/>
              <ac:picMk id="36" creationId="{D0837397-9316-4B58-B470-F9763F062FDC}"/>
            </ac:picMkLst>
          </pc:picChg>
        </pc:sldLayoutChg>
        <pc:sldLayoutChg chg="addSp delSp modSp mod">
          <pc:chgData name="Pablo Perez Gosende" userId="5c19e8c1-b541-4095-8e25-6c9e5b437c22" providerId="ADAL" clId="{4D537D1C-53F7-4E88-B538-1A39840E3D5E}" dt="2021-01-08T19:10:27.954" v="1005"/>
          <pc:sldLayoutMkLst>
            <pc:docMk/>
            <pc:sldMasterMk cId="45040325" sldId="2147483648"/>
            <pc:sldLayoutMk cId="1807100545" sldId="2147483654"/>
          </pc:sldLayoutMkLst>
          <pc:spChg chg="del">
            <ac:chgData name="Pablo Perez Gosende" userId="5c19e8c1-b541-4095-8e25-6c9e5b437c22" providerId="ADAL" clId="{4D537D1C-53F7-4E88-B538-1A39840E3D5E}" dt="2021-01-08T19:08:24.329" v="954" actId="478"/>
            <ac:spMkLst>
              <pc:docMk/>
              <pc:sldMasterMk cId="45040325" sldId="2147483648"/>
              <pc:sldLayoutMk cId="1807100545" sldId="2147483654"/>
              <ac:spMk id="25" creationId="{00000000-0000-0000-0000-000000000000}"/>
            </ac:spMkLst>
          </pc:spChg>
          <pc:spChg chg="add mod">
            <ac:chgData name="Pablo Perez Gosende" userId="5c19e8c1-b541-4095-8e25-6c9e5b437c22" providerId="ADAL" clId="{4D537D1C-53F7-4E88-B538-1A39840E3D5E}" dt="2021-01-08T19:08:41.888" v="965"/>
            <ac:spMkLst>
              <pc:docMk/>
              <pc:sldMasterMk cId="45040325" sldId="2147483648"/>
              <pc:sldLayoutMk cId="1807100545" sldId="2147483654"/>
              <ac:spMk id="27" creationId="{E1E49237-6D11-4052-A515-5B73CAC29D53}"/>
            </ac:spMkLst>
          </pc:spChg>
          <pc:picChg chg="del">
            <ac:chgData name="Pablo Perez Gosende" userId="5c19e8c1-b541-4095-8e25-6c9e5b437c22" providerId="ADAL" clId="{4D537D1C-53F7-4E88-B538-1A39840E3D5E}" dt="2021-01-08T19:09:40.400" v="983" actId="478"/>
            <ac:picMkLst>
              <pc:docMk/>
              <pc:sldMasterMk cId="45040325" sldId="2147483648"/>
              <pc:sldLayoutMk cId="1807100545" sldId="2147483654"/>
              <ac:picMk id="26" creationId="{00000000-0000-0000-0000-000000000000}"/>
            </ac:picMkLst>
          </pc:picChg>
          <pc:picChg chg="add del mod">
            <ac:chgData name="Pablo Perez Gosende" userId="5c19e8c1-b541-4095-8e25-6c9e5b437c22" providerId="ADAL" clId="{4D537D1C-53F7-4E88-B538-1A39840E3D5E}" dt="2021-01-08T19:10:26.536" v="1004" actId="478"/>
            <ac:picMkLst>
              <pc:docMk/>
              <pc:sldMasterMk cId="45040325" sldId="2147483648"/>
              <pc:sldLayoutMk cId="1807100545" sldId="2147483654"/>
              <ac:picMk id="28" creationId="{A1207BAC-91E1-40BC-92D4-B8D027A9945D}"/>
            </ac:picMkLst>
          </pc:picChg>
          <pc:picChg chg="add mod">
            <ac:chgData name="Pablo Perez Gosende" userId="5c19e8c1-b541-4095-8e25-6c9e5b437c22" providerId="ADAL" clId="{4D537D1C-53F7-4E88-B538-1A39840E3D5E}" dt="2021-01-08T19:10:27.954" v="1005"/>
            <ac:picMkLst>
              <pc:docMk/>
              <pc:sldMasterMk cId="45040325" sldId="2147483648"/>
              <pc:sldLayoutMk cId="1807100545" sldId="2147483654"/>
              <ac:picMk id="31" creationId="{0F1722F8-FBCD-4A5E-90D8-9045A3B2A354}"/>
            </ac:picMkLst>
          </pc:picChg>
        </pc:sldLayoutChg>
        <pc:sldLayoutChg chg="addSp delSp modSp mod">
          <pc:chgData name="Pablo Perez Gosende" userId="5c19e8c1-b541-4095-8e25-6c9e5b437c22" providerId="ADAL" clId="{4D537D1C-53F7-4E88-B538-1A39840E3D5E}" dt="2021-01-08T19:10:23.852" v="1003"/>
          <pc:sldLayoutMkLst>
            <pc:docMk/>
            <pc:sldMasterMk cId="45040325" sldId="2147483648"/>
            <pc:sldLayoutMk cId="3499793352" sldId="2147483655"/>
          </pc:sldLayoutMkLst>
          <pc:spChg chg="del">
            <ac:chgData name="Pablo Perez Gosende" userId="5c19e8c1-b541-4095-8e25-6c9e5b437c22" providerId="ADAL" clId="{4D537D1C-53F7-4E88-B538-1A39840E3D5E}" dt="2021-01-08T19:08:26.073" v="955" actId="478"/>
            <ac:spMkLst>
              <pc:docMk/>
              <pc:sldMasterMk cId="45040325" sldId="2147483648"/>
              <pc:sldLayoutMk cId="3499793352" sldId="2147483655"/>
              <ac:spMk id="25" creationId="{00000000-0000-0000-0000-000000000000}"/>
            </ac:spMkLst>
          </pc:spChg>
          <pc:spChg chg="add mod">
            <ac:chgData name="Pablo Perez Gosende" userId="5c19e8c1-b541-4095-8e25-6c9e5b437c22" providerId="ADAL" clId="{4D537D1C-53F7-4E88-B538-1A39840E3D5E}" dt="2021-01-08T19:08:40.654" v="964"/>
            <ac:spMkLst>
              <pc:docMk/>
              <pc:sldMasterMk cId="45040325" sldId="2147483648"/>
              <pc:sldLayoutMk cId="3499793352" sldId="2147483655"/>
              <ac:spMk id="28" creationId="{DBE8FE3D-408F-44AC-B769-FE9802A122EE}"/>
            </ac:spMkLst>
          </pc:spChg>
          <pc:picChg chg="del">
            <ac:chgData name="Pablo Perez Gosende" userId="5c19e8c1-b541-4095-8e25-6c9e5b437c22" providerId="ADAL" clId="{4D537D1C-53F7-4E88-B538-1A39840E3D5E}" dt="2021-01-08T19:09:45.084" v="985" actId="478"/>
            <ac:picMkLst>
              <pc:docMk/>
              <pc:sldMasterMk cId="45040325" sldId="2147483648"/>
              <pc:sldLayoutMk cId="3499793352" sldId="2147483655"/>
              <ac:picMk id="26" creationId="{00000000-0000-0000-0000-000000000000}"/>
            </ac:picMkLst>
          </pc:picChg>
          <pc:picChg chg="add del mod">
            <ac:chgData name="Pablo Perez Gosende" userId="5c19e8c1-b541-4095-8e25-6c9e5b437c22" providerId="ADAL" clId="{4D537D1C-53F7-4E88-B538-1A39840E3D5E}" dt="2021-01-08T19:10:22.407" v="1002" actId="478"/>
            <ac:picMkLst>
              <pc:docMk/>
              <pc:sldMasterMk cId="45040325" sldId="2147483648"/>
              <pc:sldLayoutMk cId="3499793352" sldId="2147483655"/>
              <ac:picMk id="29" creationId="{596154D2-3930-405E-976D-4801D2B71074}"/>
            </ac:picMkLst>
          </pc:picChg>
          <pc:picChg chg="add mod">
            <ac:chgData name="Pablo Perez Gosende" userId="5c19e8c1-b541-4095-8e25-6c9e5b437c22" providerId="ADAL" clId="{4D537D1C-53F7-4E88-B538-1A39840E3D5E}" dt="2021-01-08T19:10:23.852" v="1003"/>
            <ac:picMkLst>
              <pc:docMk/>
              <pc:sldMasterMk cId="45040325" sldId="2147483648"/>
              <pc:sldLayoutMk cId="3499793352" sldId="2147483655"/>
              <ac:picMk id="30" creationId="{DB4C17B9-F498-4A68-A18A-CCD9692094D4}"/>
            </ac:picMkLst>
          </pc:picChg>
        </pc:sldLayoutChg>
        <pc:sldLayoutChg chg="addSp delSp modSp mod">
          <pc:chgData name="Pablo Perez Gosende" userId="5c19e8c1-b541-4095-8e25-6c9e5b437c22" providerId="ADAL" clId="{4D537D1C-53F7-4E88-B538-1A39840E3D5E}" dt="2021-01-08T19:10:20.177" v="1001"/>
          <pc:sldLayoutMkLst>
            <pc:docMk/>
            <pc:sldMasterMk cId="45040325" sldId="2147483648"/>
            <pc:sldLayoutMk cId="2548351256" sldId="2147483656"/>
          </pc:sldLayoutMkLst>
          <pc:spChg chg="del">
            <ac:chgData name="Pablo Perez Gosende" userId="5c19e8c1-b541-4095-8e25-6c9e5b437c22" providerId="ADAL" clId="{4D537D1C-53F7-4E88-B538-1A39840E3D5E}" dt="2021-01-08T19:08:27.640" v="956" actId="478"/>
            <ac:spMkLst>
              <pc:docMk/>
              <pc:sldMasterMk cId="45040325" sldId="2147483648"/>
              <pc:sldLayoutMk cId="2548351256" sldId="2147483656"/>
              <ac:spMk id="28" creationId="{00000000-0000-0000-0000-000000000000}"/>
            </ac:spMkLst>
          </pc:spChg>
          <pc:spChg chg="add mod">
            <ac:chgData name="Pablo Perez Gosende" userId="5c19e8c1-b541-4095-8e25-6c9e5b437c22" providerId="ADAL" clId="{4D537D1C-53F7-4E88-B538-1A39840E3D5E}" dt="2021-01-08T19:08:39.414" v="963"/>
            <ac:spMkLst>
              <pc:docMk/>
              <pc:sldMasterMk cId="45040325" sldId="2147483648"/>
              <pc:sldLayoutMk cId="2548351256" sldId="2147483656"/>
              <ac:spMk id="31" creationId="{F53C9652-CA3F-4262-BE35-535915E13BC7}"/>
            </ac:spMkLst>
          </pc:spChg>
          <pc:picChg chg="del">
            <ac:chgData name="Pablo Perez Gosende" userId="5c19e8c1-b541-4095-8e25-6c9e5b437c22" providerId="ADAL" clId="{4D537D1C-53F7-4E88-B538-1A39840E3D5E}" dt="2021-01-08T19:09:48.268" v="987" actId="478"/>
            <ac:picMkLst>
              <pc:docMk/>
              <pc:sldMasterMk cId="45040325" sldId="2147483648"/>
              <pc:sldLayoutMk cId="2548351256" sldId="2147483656"/>
              <ac:picMk id="29" creationId="{00000000-0000-0000-0000-000000000000}"/>
            </ac:picMkLst>
          </pc:picChg>
          <pc:picChg chg="add del mod">
            <ac:chgData name="Pablo Perez Gosende" userId="5c19e8c1-b541-4095-8e25-6c9e5b437c22" providerId="ADAL" clId="{4D537D1C-53F7-4E88-B538-1A39840E3D5E}" dt="2021-01-08T19:10:18.790" v="1000" actId="478"/>
            <ac:picMkLst>
              <pc:docMk/>
              <pc:sldMasterMk cId="45040325" sldId="2147483648"/>
              <pc:sldLayoutMk cId="2548351256" sldId="2147483656"/>
              <ac:picMk id="32" creationId="{9CDB023B-90F3-435F-992B-B8FCAE74A140}"/>
            </ac:picMkLst>
          </pc:picChg>
          <pc:picChg chg="add mod">
            <ac:chgData name="Pablo Perez Gosende" userId="5c19e8c1-b541-4095-8e25-6c9e5b437c22" providerId="ADAL" clId="{4D537D1C-53F7-4E88-B538-1A39840E3D5E}" dt="2021-01-08T19:10:20.177" v="1001"/>
            <ac:picMkLst>
              <pc:docMk/>
              <pc:sldMasterMk cId="45040325" sldId="2147483648"/>
              <pc:sldLayoutMk cId="2548351256" sldId="2147483656"/>
              <ac:picMk id="33" creationId="{4A9EE270-75FB-4F0D-8565-FFB00D6582E2}"/>
            </ac:picMkLst>
          </pc:picChg>
        </pc:sldLayoutChg>
        <pc:sldLayoutChg chg="addSp delSp modSp mod">
          <pc:chgData name="Pablo Perez Gosende" userId="5c19e8c1-b541-4095-8e25-6c9e5b437c22" providerId="ADAL" clId="{4D537D1C-53F7-4E88-B538-1A39840E3D5E}" dt="2021-01-08T19:10:16.502" v="999"/>
          <pc:sldLayoutMkLst>
            <pc:docMk/>
            <pc:sldMasterMk cId="45040325" sldId="2147483648"/>
            <pc:sldLayoutMk cId="329844082" sldId="2147483657"/>
          </pc:sldLayoutMkLst>
          <pc:spChg chg="del">
            <ac:chgData name="Pablo Perez Gosende" userId="5c19e8c1-b541-4095-8e25-6c9e5b437c22" providerId="ADAL" clId="{4D537D1C-53F7-4E88-B538-1A39840E3D5E}" dt="2021-01-08T19:08:29.199" v="957" actId="478"/>
            <ac:spMkLst>
              <pc:docMk/>
              <pc:sldMasterMk cId="45040325" sldId="2147483648"/>
              <pc:sldLayoutMk cId="329844082" sldId="2147483657"/>
              <ac:spMk id="25" creationId="{00000000-0000-0000-0000-000000000000}"/>
            </ac:spMkLst>
          </pc:spChg>
          <pc:spChg chg="add mod">
            <ac:chgData name="Pablo Perez Gosende" userId="5c19e8c1-b541-4095-8e25-6c9e5b437c22" providerId="ADAL" clId="{4D537D1C-53F7-4E88-B538-1A39840E3D5E}" dt="2021-01-08T19:08:38.246" v="962"/>
            <ac:spMkLst>
              <pc:docMk/>
              <pc:sldMasterMk cId="45040325" sldId="2147483648"/>
              <pc:sldLayoutMk cId="329844082" sldId="2147483657"/>
              <ac:spMk id="41" creationId="{21A38E8F-6F18-4955-8E70-F7DCC741558E}"/>
            </ac:spMkLst>
          </pc:spChg>
          <pc:picChg chg="del">
            <ac:chgData name="Pablo Perez Gosende" userId="5c19e8c1-b541-4095-8e25-6c9e5b437c22" providerId="ADAL" clId="{4D537D1C-53F7-4E88-B538-1A39840E3D5E}" dt="2021-01-08T19:09:51.488" v="989" actId="478"/>
            <ac:picMkLst>
              <pc:docMk/>
              <pc:sldMasterMk cId="45040325" sldId="2147483648"/>
              <pc:sldLayoutMk cId="329844082" sldId="2147483657"/>
              <ac:picMk id="40" creationId="{00000000-0000-0000-0000-000000000000}"/>
            </ac:picMkLst>
          </pc:picChg>
          <pc:picChg chg="add del mod">
            <ac:chgData name="Pablo Perez Gosende" userId="5c19e8c1-b541-4095-8e25-6c9e5b437c22" providerId="ADAL" clId="{4D537D1C-53F7-4E88-B538-1A39840E3D5E}" dt="2021-01-08T19:10:15.270" v="998" actId="478"/>
            <ac:picMkLst>
              <pc:docMk/>
              <pc:sldMasterMk cId="45040325" sldId="2147483648"/>
              <pc:sldLayoutMk cId="329844082" sldId="2147483657"/>
              <ac:picMk id="43" creationId="{6C9A4980-5643-4906-A4CE-3A3FD1E726C8}"/>
            </ac:picMkLst>
          </pc:picChg>
          <pc:picChg chg="add mod">
            <ac:chgData name="Pablo Perez Gosende" userId="5c19e8c1-b541-4095-8e25-6c9e5b437c22" providerId="ADAL" clId="{4D537D1C-53F7-4E88-B538-1A39840E3D5E}" dt="2021-01-08T19:10:16.502" v="999"/>
            <ac:picMkLst>
              <pc:docMk/>
              <pc:sldMasterMk cId="45040325" sldId="2147483648"/>
              <pc:sldLayoutMk cId="329844082" sldId="2147483657"/>
              <ac:picMk id="44" creationId="{B7933434-5033-48B6-BF07-C00DB5CCF9F8}"/>
            </ac:picMkLst>
          </pc:picChg>
        </pc:sldLayoutChg>
        <pc:sldLayoutChg chg="addSp delSp modSp mod">
          <pc:chgData name="Pablo Perez Gosende" userId="5c19e8c1-b541-4095-8e25-6c9e5b437c22" providerId="ADAL" clId="{4D537D1C-53F7-4E88-B538-1A39840E3D5E}" dt="2021-01-08T19:10:12.582" v="997"/>
          <pc:sldLayoutMkLst>
            <pc:docMk/>
            <pc:sldMasterMk cId="45040325" sldId="2147483648"/>
            <pc:sldLayoutMk cId="3278672786" sldId="2147483658"/>
          </pc:sldLayoutMkLst>
          <pc:spChg chg="del">
            <ac:chgData name="Pablo Perez Gosende" userId="5c19e8c1-b541-4095-8e25-6c9e5b437c22" providerId="ADAL" clId="{4D537D1C-53F7-4E88-B538-1A39840E3D5E}" dt="2021-01-08T19:08:30.822" v="958" actId="478"/>
            <ac:spMkLst>
              <pc:docMk/>
              <pc:sldMasterMk cId="45040325" sldId="2147483648"/>
              <pc:sldLayoutMk cId="3278672786" sldId="2147483658"/>
              <ac:spMk id="24" creationId="{00000000-0000-0000-0000-000000000000}"/>
            </ac:spMkLst>
          </pc:spChg>
          <pc:spChg chg="add mod">
            <ac:chgData name="Pablo Perez Gosende" userId="5c19e8c1-b541-4095-8e25-6c9e5b437c22" providerId="ADAL" clId="{4D537D1C-53F7-4E88-B538-1A39840E3D5E}" dt="2021-01-08T19:08:36.932" v="961"/>
            <ac:spMkLst>
              <pc:docMk/>
              <pc:sldMasterMk cId="45040325" sldId="2147483648"/>
              <pc:sldLayoutMk cId="3278672786" sldId="2147483658"/>
              <ac:spMk id="40" creationId="{DB0D6891-7981-45BF-AD87-A12E40CABE0E}"/>
            </ac:spMkLst>
          </pc:spChg>
          <pc:picChg chg="del">
            <ac:chgData name="Pablo Perez Gosende" userId="5c19e8c1-b541-4095-8e25-6c9e5b437c22" providerId="ADAL" clId="{4D537D1C-53F7-4E88-B538-1A39840E3D5E}" dt="2021-01-08T19:09:55.008" v="991" actId="478"/>
            <ac:picMkLst>
              <pc:docMk/>
              <pc:sldMasterMk cId="45040325" sldId="2147483648"/>
              <pc:sldLayoutMk cId="3278672786" sldId="2147483658"/>
              <ac:picMk id="39" creationId="{00000000-0000-0000-0000-000000000000}"/>
            </ac:picMkLst>
          </pc:picChg>
          <pc:picChg chg="add del mod">
            <ac:chgData name="Pablo Perez Gosende" userId="5c19e8c1-b541-4095-8e25-6c9e5b437c22" providerId="ADAL" clId="{4D537D1C-53F7-4E88-B538-1A39840E3D5E}" dt="2021-01-08T19:10:11.320" v="996" actId="478"/>
            <ac:picMkLst>
              <pc:docMk/>
              <pc:sldMasterMk cId="45040325" sldId="2147483648"/>
              <pc:sldLayoutMk cId="3278672786" sldId="2147483658"/>
              <ac:picMk id="42" creationId="{4C92E928-CC03-48BD-8EC7-95E32D89A794}"/>
            </ac:picMkLst>
          </pc:picChg>
          <pc:picChg chg="add mod">
            <ac:chgData name="Pablo Perez Gosende" userId="5c19e8c1-b541-4095-8e25-6c9e5b437c22" providerId="ADAL" clId="{4D537D1C-53F7-4E88-B538-1A39840E3D5E}" dt="2021-01-08T19:10:12.582" v="997"/>
            <ac:picMkLst>
              <pc:docMk/>
              <pc:sldMasterMk cId="45040325" sldId="2147483648"/>
              <pc:sldLayoutMk cId="3278672786" sldId="2147483658"/>
              <ac:picMk id="43" creationId="{CF070098-AF96-44CF-BCE6-45B247043457}"/>
            </ac:picMkLst>
          </pc:picChg>
        </pc:sldLayoutChg>
        <pc:sldLayoutChg chg="addSp delSp modSp mod">
          <pc:chgData name="Pablo Perez Gosende" userId="5c19e8c1-b541-4095-8e25-6c9e5b437c22" providerId="ADAL" clId="{4D537D1C-53F7-4E88-B538-1A39840E3D5E}" dt="2021-01-08T19:10:07.075" v="995" actId="14100"/>
          <pc:sldLayoutMkLst>
            <pc:docMk/>
            <pc:sldMasterMk cId="45040325" sldId="2147483648"/>
            <pc:sldLayoutMk cId="1526346196" sldId="2147483659"/>
          </pc:sldLayoutMkLst>
          <pc:spChg chg="del">
            <ac:chgData name="Pablo Perez Gosende" userId="5c19e8c1-b541-4095-8e25-6c9e5b437c22" providerId="ADAL" clId="{4D537D1C-53F7-4E88-B538-1A39840E3D5E}" dt="2021-01-08T19:08:32.414" v="959" actId="478"/>
            <ac:spMkLst>
              <pc:docMk/>
              <pc:sldMasterMk cId="45040325" sldId="2147483648"/>
              <pc:sldLayoutMk cId="1526346196" sldId="2147483659"/>
              <ac:spMk id="24" creationId="{00000000-0000-0000-0000-000000000000}"/>
            </ac:spMkLst>
          </pc:spChg>
          <pc:spChg chg="add mod">
            <ac:chgData name="Pablo Perez Gosende" userId="5c19e8c1-b541-4095-8e25-6c9e5b437c22" providerId="ADAL" clId="{4D537D1C-53F7-4E88-B538-1A39840E3D5E}" dt="2021-01-08T19:08:35.053" v="960"/>
            <ac:spMkLst>
              <pc:docMk/>
              <pc:sldMasterMk cId="45040325" sldId="2147483648"/>
              <pc:sldLayoutMk cId="1526346196" sldId="2147483659"/>
              <ac:spMk id="40" creationId="{BC2BA87F-9055-492E-B058-C523F4C677BC}"/>
            </ac:spMkLst>
          </pc:spChg>
          <pc:picChg chg="del">
            <ac:chgData name="Pablo Perez Gosende" userId="5c19e8c1-b541-4095-8e25-6c9e5b437c22" providerId="ADAL" clId="{4D537D1C-53F7-4E88-B538-1A39840E3D5E}" dt="2021-01-08T19:09:59.044" v="993" actId="478"/>
            <ac:picMkLst>
              <pc:docMk/>
              <pc:sldMasterMk cId="45040325" sldId="2147483648"/>
              <pc:sldLayoutMk cId="1526346196" sldId="2147483659"/>
              <ac:picMk id="39" creationId="{00000000-0000-0000-0000-000000000000}"/>
            </ac:picMkLst>
          </pc:picChg>
          <pc:picChg chg="add mod">
            <ac:chgData name="Pablo Perez Gosende" userId="5c19e8c1-b541-4095-8e25-6c9e5b437c22" providerId="ADAL" clId="{4D537D1C-53F7-4E88-B538-1A39840E3D5E}" dt="2021-01-08T19:10:07.075" v="995" actId="14100"/>
            <ac:picMkLst>
              <pc:docMk/>
              <pc:sldMasterMk cId="45040325" sldId="2147483648"/>
              <pc:sldLayoutMk cId="1526346196" sldId="2147483659"/>
              <ac:picMk id="42" creationId="{10DD2427-4107-4A38-9297-0A05E10C975A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C9F621-1437-44A7-B731-A5D67FF05701}" type="datetime1">
              <a:rPr lang="es-EC" smtClean="0"/>
              <a:t>7/1/2026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EC"/>
              <a:t>5 y 6 de Noviembre del 2014 Guayaquil - Ecuador</a:t>
            </a: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77D1EB-DBFB-43C2-A667-EAE411E2D0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5177276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5934EA-36D2-4B71-9FD8-A0EE32E9FC14}" type="datetime1">
              <a:rPr lang="es-EC" smtClean="0"/>
              <a:t>7/1/2026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EC"/>
              <a:t>5 y 6 de Noviembre del 2014 Guayaquil - Ecuador</a:t>
            </a: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D5EA4E-16D3-4F6C-9AC9-DC874E16E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755754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14398-7F49-0529-707E-F5013E9D5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AA84C7-2558-7E29-EEA4-4740CC3E53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5874D8-8E12-4BE3-7A9B-6657B5700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533A0-B356-4527-9207-E84DADD67DDC}" type="datetime1">
              <a:rPr lang="es-EC" smtClean="0"/>
              <a:t>7/1/2026</a:t>
            </a:fld>
            <a:endParaRPr lang="pt-BR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2E5947-ADC5-39B1-33DF-9F07B76A8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C"/>
              <a:t>July 26-28, 2028</a:t>
            </a:r>
          </a:p>
          <a:p>
            <a:r>
              <a:rPr lang="es-EC" sz="1100"/>
              <a:t>Guayaquil - Ecuador</a:t>
            </a:r>
            <a:endParaRPr lang="pt-BR" sz="110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9E430C-55EF-EFF5-FD77-59AD56DD5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D6B-D947-4665-8970-BF2692760D1F}" type="slidenum">
              <a:rPr lang="pt-BR" smtClean="0"/>
              <a:pPr/>
              <a:t>‹Nº›</a:t>
            </a:fld>
            <a:r>
              <a:rPr lang="pt-BR"/>
              <a:t> /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9305750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E96B10-5C7F-8858-81E8-71CC53E9C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76CFCF-EA61-1A1E-94B2-29903D369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D72D1A-0227-6AA7-D527-533450CD6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533A0-B356-4527-9207-E84DADD67DDC}" type="datetime1">
              <a:rPr lang="es-EC" smtClean="0"/>
              <a:t>7/1/2026</a:t>
            </a:fld>
            <a:endParaRPr lang="pt-BR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6E7031-C972-7746-42B2-B4B66ED64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C"/>
              <a:t>July 26-28, 2028</a:t>
            </a:r>
          </a:p>
          <a:p>
            <a:r>
              <a:rPr lang="es-EC" sz="1100"/>
              <a:t>Guayaquil - Ecuador</a:t>
            </a:r>
            <a:endParaRPr lang="pt-BR" sz="110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FC086F-204D-2C73-5110-1F801D35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D6B-D947-4665-8970-BF2692760D1F}" type="slidenum">
              <a:rPr lang="pt-BR" smtClean="0"/>
              <a:pPr/>
              <a:t>‹Nº›</a:t>
            </a:fld>
            <a:r>
              <a:rPr lang="pt-BR"/>
              <a:t> /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3723328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7C76F-5F86-9691-0B10-28F8292EF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217156-1994-722E-EE39-EDB4E6300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43D837-6D7A-8DD2-E516-ABA17090E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533A0-B356-4527-9207-E84DADD67DDC}" type="datetime1">
              <a:rPr lang="es-EC" smtClean="0"/>
              <a:t>7/1/2026</a:t>
            </a:fld>
            <a:endParaRPr lang="pt-BR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3294ED-8911-B936-43DE-D8A000F3D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C"/>
              <a:t>July 26-28, 2028</a:t>
            </a:r>
          </a:p>
          <a:p>
            <a:r>
              <a:rPr lang="es-EC" sz="1100"/>
              <a:t>Guayaquil - Ecuador</a:t>
            </a:r>
            <a:endParaRPr lang="pt-BR" sz="110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BCC324-DD20-EBDD-9ED8-FA4035B6A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D6B-D947-4665-8970-BF2692760D1F}" type="slidenum">
              <a:rPr lang="pt-BR" smtClean="0"/>
              <a:pPr/>
              <a:t>‹Nº›</a:t>
            </a:fld>
            <a:r>
              <a:rPr lang="pt-BR"/>
              <a:t> /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61687584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B896B-7A60-1CC0-51CB-6DF0846E3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09F468-80A9-FD94-69DA-843C165D81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E90F21F-E422-248A-A7F6-078067EC2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250D793-F737-709C-77AA-565912A08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533A0-B356-4527-9207-E84DADD67DDC}" type="datetime1">
              <a:rPr lang="es-EC" smtClean="0"/>
              <a:t>7/1/2026</a:t>
            </a:fld>
            <a:endParaRPr lang="pt-BR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D9097E7-B43F-10D9-C5B7-7909D88DF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C"/>
              <a:t>July 26-28, 2028</a:t>
            </a:r>
          </a:p>
          <a:p>
            <a:r>
              <a:rPr lang="es-EC" sz="1100"/>
              <a:t>Guayaquil - Ecuador</a:t>
            </a:r>
            <a:endParaRPr lang="pt-BR" sz="1100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035BC9-A75A-C1B5-7415-A8619C2BA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D6B-D947-4665-8970-BF2692760D1F}" type="slidenum">
              <a:rPr lang="pt-BR" smtClean="0"/>
              <a:pPr/>
              <a:t>‹Nº›</a:t>
            </a:fld>
            <a:r>
              <a:rPr lang="pt-BR"/>
              <a:t> /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95432415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8B188-1EBB-ACB2-1B24-A65DDC6B1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3BD11F-5CCB-5FF9-B574-C7339A36D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AAA85DC-664B-5D05-BCE7-FA67DAA65B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E102907-029F-F546-7CE7-9F75344DDE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2A08947-8B69-D9AA-CCD7-D74C7CB3DF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E43ACEA-AEC6-6128-6A50-08E7C133F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533A0-B356-4527-9207-E84DADD67DDC}" type="datetime1">
              <a:rPr lang="es-EC" smtClean="0"/>
              <a:t>7/1/2026</a:t>
            </a:fld>
            <a:endParaRPr lang="pt-BR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C3E7A77-2993-F544-A468-3380B23F1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C"/>
              <a:t>July 26-28, 2028</a:t>
            </a:r>
          </a:p>
          <a:p>
            <a:r>
              <a:rPr lang="es-EC" sz="1100"/>
              <a:t>Guayaquil - Ecuador</a:t>
            </a:r>
            <a:endParaRPr lang="pt-BR" sz="1100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E5E1FE1-DEEE-A1C0-E600-1B47338CD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D6B-D947-4665-8970-BF2692760D1F}" type="slidenum">
              <a:rPr lang="pt-BR" smtClean="0"/>
              <a:pPr/>
              <a:t>‹Nº›</a:t>
            </a:fld>
            <a:r>
              <a:rPr lang="pt-BR"/>
              <a:t> /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7147089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48C960-C0EE-EC00-B247-04601AB83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17D839-A660-BEA5-05E1-AB72117BA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533A0-B356-4527-9207-E84DADD67DDC}" type="datetime1">
              <a:rPr lang="es-EC" smtClean="0"/>
              <a:t>7/1/2026</a:t>
            </a:fld>
            <a:endParaRPr lang="pt-BR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A1580D7-140E-50F3-8D05-584B3B2D4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C"/>
              <a:t>July 26-28, 2028</a:t>
            </a:r>
          </a:p>
          <a:p>
            <a:r>
              <a:rPr lang="es-EC" sz="1100"/>
              <a:t>Guayaquil - Ecuador</a:t>
            </a:r>
            <a:endParaRPr lang="pt-BR" sz="11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6530F92-F074-3FB7-D6CC-3A8324707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D6B-D947-4665-8970-BF2692760D1F}" type="slidenum">
              <a:rPr lang="pt-BR" smtClean="0"/>
              <a:pPr/>
              <a:t>‹Nº›</a:t>
            </a:fld>
            <a:r>
              <a:rPr lang="pt-BR"/>
              <a:t> /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4239784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54BD394-802E-1A6F-7DA4-D24F78190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533A0-B356-4527-9207-E84DADD67DDC}" type="datetime1">
              <a:rPr lang="es-EC" smtClean="0"/>
              <a:t>7/1/2026</a:t>
            </a:fld>
            <a:endParaRPr lang="pt-BR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0E232BB-BAC7-E664-3409-89BE3BE5B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C"/>
              <a:t>July 26-28, 2028</a:t>
            </a:r>
          </a:p>
          <a:p>
            <a:r>
              <a:rPr lang="es-EC" sz="1100"/>
              <a:t>Guayaquil - Ecuador</a:t>
            </a:r>
            <a:endParaRPr lang="pt-BR" sz="11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CFFB2C-5319-8A88-E21C-6E13FC1A8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D6B-D947-4665-8970-BF2692760D1F}" type="slidenum">
              <a:rPr lang="pt-BR" smtClean="0"/>
              <a:pPr/>
              <a:t>‹Nº›</a:t>
            </a:fld>
            <a:r>
              <a:rPr lang="pt-BR"/>
              <a:t> /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4712121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5FB132-1302-D25B-0DEE-D4EBF0EB5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371978-A036-D45A-2BC0-6A4F10886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8A96680-323F-020F-347B-4AE03D7CC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50E29FC-9B5D-9E6C-5338-9D1DE8C7B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533A0-B356-4527-9207-E84DADD67DDC}" type="datetime1">
              <a:rPr lang="es-EC" smtClean="0"/>
              <a:t>7/1/2026</a:t>
            </a:fld>
            <a:endParaRPr lang="pt-BR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471168-5CD5-EE21-0167-A92E29297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C"/>
              <a:t>July 26-28, 2028</a:t>
            </a:r>
          </a:p>
          <a:p>
            <a:r>
              <a:rPr lang="es-EC" sz="1100"/>
              <a:t>Guayaquil - Ecuador</a:t>
            </a:r>
            <a:endParaRPr lang="pt-BR" sz="1100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861F06-825A-3A7C-0B0F-FB99A3C33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D6B-D947-4665-8970-BF2692760D1F}" type="slidenum">
              <a:rPr lang="pt-BR" smtClean="0"/>
              <a:pPr/>
              <a:t>‹Nº›</a:t>
            </a:fld>
            <a:r>
              <a:rPr lang="pt-BR"/>
              <a:t> /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01884828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E871FB-F49F-B093-DD76-1419E22D8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00AA154-1564-514E-472E-265E3BD262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DEC4A46-0326-F529-7460-5C1805E67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22D458-35D1-9EDD-51BD-FE085DF48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533A0-B356-4527-9207-E84DADD67DDC}" type="datetime1">
              <a:rPr lang="es-EC" smtClean="0"/>
              <a:t>7/1/2026</a:t>
            </a:fld>
            <a:endParaRPr lang="pt-BR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E1D761-C727-1D95-106B-72E17490D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C"/>
              <a:t>July 26-28, 2028</a:t>
            </a:r>
          </a:p>
          <a:p>
            <a:r>
              <a:rPr lang="es-EC" sz="1100"/>
              <a:t>Guayaquil - Ecuador</a:t>
            </a:r>
            <a:endParaRPr lang="pt-BR" sz="1100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BC30D2-8DB7-DECD-8B4A-53E669AE2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D6B-D947-4665-8970-BF2692760D1F}" type="slidenum">
              <a:rPr lang="pt-BR" smtClean="0"/>
              <a:pPr/>
              <a:t>‹Nº›</a:t>
            </a:fld>
            <a:r>
              <a:rPr lang="pt-BR"/>
              <a:t> /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03261534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89E71-A6A1-8708-D83D-872E6F227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CC5434-EBE2-CD60-5078-6781D25DD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829876-4D04-072A-F864-190430B2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533A0-B356-4527-9207-E84DADD67DDC}" type="datetime1">
              <a:rPr lang="es-EC" smtClean="0"/>
              <a:t>7/1/2026</a:t>
            </a:fld>
            <a:endParaRPr lang="pt-BR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1C8BA2-BF1E-0331-7EE9-C596549B3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C"/>
              <a:t>July 26-28, 2028</a:t>
            </a:r>
          </a:p>
          <a:p>
            <a:r>
              <a:rPr lang="es-EC" sz="1100"/>
              <a:t>Guayaquil - Ecuador</a:t>
            </a:r>
            <a:endParaRPr lang="pt-BR" sz="110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84FF55-40A7-D992-C7E9-7D5C293CE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D6B-D947-4665-8970-BF2692760D1F}" type="slidenum">
              <a:rPr lang="pt-BR" smtClean="0"/>
              <a:pPr/>
              <a:t>‹Nº›</a:t>
            </a:fld>
            <a:r>
              <a:rPr lang="pt-BR"/>
              <a:t> /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50777821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90E7361-F491-3F76-142F-711BB6DC50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4153B50-1745-2057-FBF0-D5A65D119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14B141-55AF-2C26-63A7-E31535F2C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533A0-B356-4527-9207-E84DADD67DDC}" type="datetime1">
              <a:rPr lang="es-EC" smtClean="0"/>
              <a:t>7/1/2026</a:t>
            </a:fld>
            <a:endParaRPr lang="pt-BR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752B87-94B4-B70B-DC79-63F41DA30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C"/>
              <a:t>July 26-28, 2028</a:t>
            </a:r>
          </a:p>
          <a:p>
            <a:r>
              <a:rPr lang="es-EC" sz="1100"/>
              <a:t>Guayaquil - Ecuador</a:t>
            </a:r>
            <a:endParaRPr lang="pt-BR" sz="110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EFB7DE-303D-9F38-93E6-804FBFB4E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D6B-D947-4665-8970-BF2692760D1F}" type="slidenum">
              <a:rPr lang="pt-BR" smtClean="0"/>
              <a:pPr/>
              <a:t>‹Nº›</a:t>
            </a:fld>
            <a:r>
              <a:rPr lang="pt-BR"/>
              <a:t> /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00821899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9480E70-239D-7E11-7C02-64CEF0B9B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B1E8F3-8B01-8455-81CD-2F1BDA630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85EF88-2412-0281-F062-24FBF485CB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0533A0-B356-4527-9207-E84DADD67DDC}" type="datetime1">
              <a:rPr lang="es-EC" smtClean="0"/>
              <a:t>7/1/2026</a:t>
            </a:fld>
            <a:endParaRPr lang="pt-BR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89F9B3-7AD9-5FBD-2282-314BE725CE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s-EC"/>
              <a:t>July 26-28, 2028</a:t>
            </a:r>
          </a:p>
          <a:p>
            <a:r>
              <a:rPr lang="es-EC" sz="1100"/>
              <a:t>Guayaquil - Ecuador</a:t>
            </a:r>
            <a:endParaRPr lang="pt-BR" sz="110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23937B-148E-C0B7-5CCB-4E118E6C8F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361D6B-D947-4665-8970-BF2692760D1F}" type="slidenum">
              <a:rPr lang="pt-BR" smtClean="0"/>
              <a:pPr/>
              <a:t>‹Nº›</a:t>
            </a:fld>
            <a:r>
              <a:rPr lang="pt-BR"/>
              <a:t> /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7475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24432/C5K306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400">
                <a:solidFill>
                  <a:srgbClr val="FFFFFF"/>
                </a:solidFill>
              </a:rPr>
              <a:t>Intelligent System for Predicting Bank Policy Acceptance by Ensemble Machine Learning and Model Explanation</a:t>
            </a:r>
            <a:endParaRPr lang="es-EC" sz="4400">
              <a:solidFill>
                <a:srgbClr val="FFFFF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s-EC" dirty="0">
                <a:solidFill>
                  <a:srgbClr val="FFFFFF"/>
                </a:solidFill>
              </a:rPr>
              <a:t>Remigio Hurtado, Eduardo Ayora</a:t>
            </a:r>
          </a:p>
        </p:txBody>
      </p:sp>
    </p:spTree>
    <p:extLst>
      <p:ext uri="{BB962C8B-B14F-4D97-AF65-F5344CB8AC3E}">
        <p14:creationId xmlns:p14="http://schemas.microsoft.com/office/powerpoint/2010/main" val="2764657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CONTENT: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Clr>
                <a:srgbClr val="0000FF"/>
              </a:buClr>
              <a:buFont typeface="+mj-lt"/>
              <a:buAutoNum type="arabicPeriod"/>
            </a:pPr>
            <a:r>
              <a:rPr lang="es-EC" dirty="0" err="1"/>
              <a:t>Introduction</a:t>
            </a:r>
            <a:r>
              <a:rPr lang="es-EC" dirty="0"/>
              <a:t> </a:t>
            </a:r>
          </a:p>
          <a:p>
            <a:pPr marL="514350" indent="-514350">
              <a:buClr>
                <a:srgbClr val="0000FF"/>
              </a:buClr>
              <a:buFont typeface="+mj-lt"/>
              <a:buAutoNum type="arabicPeriod"/>
            </a:pPr>
            <a:r>
              <a:rPr lang="es-EC" dirty="0" err="1"/>
              <a:t>Problem</a:t>
            </a:r>
            <a:endParaRPr lang="es-EC" dirty="0"/>
          </a:p>
          <a:p>
            <a:pPr marL="514350" indent="-514350">
              <a:buClr>
                <a:srgbClr val="0000FF"/>
              </a:buClr>
              <a:buFont typeface="+mj-lt"/>
              <a:buAutoNum type="arabicPeriod"/>
            </a:pPr>
            <a:r>
              <a:rPr lang="es-EC" dirty="0" err="1"/>
              <a:t>Aim</a:t>
            </a:r>
            <a:endParaRPr lang="es-EC" dirty="0"/>
          </a:p>
          <a:p>
            <a:pPr marL="514350" indent="-514350">
              <a:buClr>
                <a:srgbClr val="0000FF"/>
              </a:buClr>
              <a:buFont typeface="+mj-lt"/>
              <a:buAutoNum type="arabicPeriod"/>
            </a:pPr>
            <a:r>
              <a:rPr lang="es-EC" dirty="0" err="1"/>
              <a:t>Method</a:t>
            </a:r>
            <a:r>
              <a:rPr lang="es-EC" dirty="0"/>
              <a:t> </a:t>
            </a:r>
          </a:p>
          <a:p>
            <a:pPr marL="514350" indent="-514350">
              <a:buClr>
                <a:srgbClr val="0000FF"/>
              </a:buClr>
              <a:buFont typeface="+mj-lt"/>
              <a:buAutoNum type="arabicPeriod"/>
            </a:pPr>
            <a:r>
              <a:rPr lang="es-EC" dirty="0" err="1"/>
              <a:t>Results</a:t>
            </a:r>
            <a:r>
              <a:rPr lang="es-EC" dirty="0"/>
              <a:t> y </a:t>
            </a:r>
            <a:r>
              <a:rPr lang="es-EC" dirty="0" err="1"/>
              <a:t>discussion</a:t>
            </a:r>
            <a:r>
              <a:rPr lang="es-EC" dirty="0"/>
              <a:t> </a:t>
            </a:r>
          </a:p>
          <a:p>
            <a:pPr marL="514350" indent="-514350">
              <a:buClr>
                <a:srgbClr val="0000FF"/>
              </a:buClr>
              <a:buFont typeface="+mj-lt"/>
              <a:buAutoNum type="arabicPeriod"/>
            </a:pPr>
            <a:r>
              <a:rPr lang="es-EC" dirty="0" err="1"/>
              <a:t>Conclusions</a:t>
            </a:r>
            <a:endParaRPr lang="es-EC" dirty="0"/>
          </a:p>
          <a:p>
            <a:pPr marL="514350" indent="-514350">
              <a:buClr>
                <a:srgbClr val="0000FF"/>
              </a:buClr>
              <a:buFont typeface="+mj-lt"/>
              <a:buAutoNum type="arabicPeriod"/>
            </a:pPr>
            <a:r>
              <a:rPr lang="es-EC" dirty="0"/>
              <a:t>Social </a:t>
            </a:r>
            <a:r>
              <a:rPr lang="es-EC" dirty="0" err="1"/>
              <a:t>implications</a:t>
            </a:r>
            <a:r>
              <a:rPr lang="es-EC" dirty="0"/>
              <a:t> </a:t>
            </a:r>
          </a:p>
          <a:p>
            <a:pPr marL="514350" indent="-514350">
              <a:buClr>
                <a:srgbClr val="0000FF"/>
              </a:buClr>
              <a:buFont typeface="+mj-lt"/>
              <a:buAutoNum type="arabicPeriod"/>
            </a:pPr>
            <a:r>
              <a:rPr lang="es-EC" dirty="0" err="1"/>
              <a:t>References</a:t>
            </a:r>
            <a:endParaRPr lang="es-EC" dirty="0"/>
          </a:p>
          <a:p>
            <a:endParaRPr lang="es-EC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D6B-D947-4665-8970-BF2692760D1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1964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INTRODUCTION: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C" sz="2400" b="1" dirty="0" err="1"/>
              <a:t>Efficient</a:t>
            </a:r>
            <a:r>
              <a:rPr lang="es-EC" sz="2400" b="1" dirty="0"/>
              <a:t> </a:t>
            </a:r>
            <a:r>
              <a:rPr lang="es-EC" sz="2400" b="1" dirty="0" err="1"/>
              <a:t>Financial</a:t>
            </a:r>
            <a:r>
              <a:rPr lang="es-EC" sz="2400" b="1" dirty="0"/>
              <a:t> Management: </a:t>
            </a:r>
            <a:r>
              <a:rPr lang="es-EC" sz="2400" dirty="0" err="1"/>
              <a:t>Essential</a:t>
            </a:r>
            <a:r>
              <a:rPr lang="es-EC" sz="2400" dirty="0"/>
              <a:t> </a:t>
            </a:r>
            <a:r>
              <a:rPr lang="es-EC" sz="2400" dirty="0" err="1"/>
              <a:t>for</a:t>
            </a:r>
            <a:r>
              <a:rPr lang="es-EC" sz="2400" dirty="0"/>
              <a:t> </a:t>
            </a:r>
            <a:r>
              <a:rPr lang="es-EC" sz="2400" dirty="0" err="1"/>
              <a:t>bank</a:t>
            </a:r>
            <a:r>
              <a:rPr lang="es-EC" sz="2400" dirty="0"/>
              <a:t> </a:t>
            </a:r>
            <a:r>
              <a:rPr lang="es-EC" sz="2400" dirty="0" err="1"/>
              <a:t>sustainability</a:t>
            </a:r>
            <a:r>
              <a:rPr lang="es-EC" sz="2400" dirty="0"/>
              <a:t> and </a:t>
            </a:r>
            <a:r>
              <a:rPr lang="es-EC" sz="2400" dirty="0" err="1"/>
              <a:t>competitiveness</a:t>
            </a:r>
            <a:r>
              <a:rPr lang="es-EC" sz="2400" dirty="0"/>
              <a:t>.</a:t>
            </a:r>
          </a:p>
          <a:p>
            <a:r>
              <a:rPr lang="es-EC" sz="2400" b="1" dirty="0" err="1"/>
              <a:t>Term</a:t>
            </a:r>
            <a:r>
              <a:rPr lang="es-EC" sz="2400" b="1" dirty="0"/>
              <a:t> </a:t>
            </a:r>
            <a:r>
              <a:rPr lang="es-EC" sz="2400" b="1" dirty="0" err="1"/>
              <a:t>Deposit</a:t>
            </a:r>
            <a:r>
              <a:rPr lang="es-EC" sz="2400" b="1" dirty="0"/>
              <a:t> </a:t>
            </a:r>
            <a:r>
              <a:rPr lang="es-EC" sz="2400" b="1" dirty="0" err="1"/>
              <a:t>Optimization</a:t>
            </a:r>
            <a:r>
              <a:rPr lang="es-EC" sz="2400" b="1" dirty="0"/>
              <a:t>: </a:t>
            </a:r>
            <a:r>
              <a:rPr lang="es-EC" sz="2400" dirty="0"/>
              <a:t>Crucial </a:t>
            </a:r>
            <a:r>
              <a:rPr lang="es-EC" sz="2400" dirty="0" err="1"/>
              <a:t>for</a:t>
            </a:r>
            <a:r>
              <a:rPr lang="es-EC" sz="2400" dirty="0"/>
              <a:t> </a:t>
            </a:r>
            <a:r>
              <a:rPr lang="es-EC" sz="2400" dirty="0" err="1"/>
              <a:t>maintaining</a:t>
            </a:r>
            <a:r>
              <a:rPr lang="es-EC" sz="2400" dirty="0"/>
              <a:t> </a:t>
            </a:r>
            <a:r>
              <a:rPr lang="es-EC" sz="2400" dirty="0" err="1"/>
              <a:t>liquidity</a:t>
            </a:r>
            <a:r>
              <a:rPr lang="es-EC" sz="2400" dirty="0"/>
              <a:t> and </a:t>
            </a:r>
            <a:r>
              <a:rPr lang="es-EC" sz="2400" dirty="0" err="1"/>
              <a:t>financial</a:t>
            </a:r>
            <a:r>
              <a:rPr lang="es-EC" sz="2400" dirty="0"/>
              <a:t> </a:t>
            </a:r>
            <a:r>
              <a:rPr lang="es-EC" sz="2400" dirty="0" err="1"/>
              <a:t>stability</a:t>
            </a:r>
            <a:r>
              <a:rPr lang="es-EC" sz="2400" dirty="0"/>
              <a:t>.</a:t>
            </a:r>
          </a:p>
          <a:p>
            <a:r>
              <a:rPr lang="es-EC" sz="2400" b="1" dirty="0" err="1"/>
              <a:t>Intelligent</a:t>
            </a:r>
            <a:r>
              <a:rPr lang="es-EC" sz="2400" b="1" dirty="0"/>
              <a:t> </a:t>
            </a:r>
            <a:r>
              <a:rPr lang="es-EC" sz="2400" b="1" dirty="0" err="1"/>
              <a:t>System</a:t>
            </a:r>
            <a:r>
              <a:rPr lang="es-EC" sz="2400" b="1" dirty="0"/>
              <a:t>: </a:t>
            </a:r>
            <a:r>
              <a:rPr lang="es-EC" sz="2400" dirty="0"/>
              <a:t>Combines </a:t>
            </a:r>
            <a:r>
              <a:rPr lang="es-EC" sz="2400" dirty="0" err="1"/>
              <a:t>Random</a:t>
            </a:r>
            <a:r>
              <a:rPr lang="es-EC" sz="2400" dirty="0"/>
              <a:t> Forest and K-</a:t>
            </a:r>
            <a:r>
              <a:rPr lang="es-EC" sz="2400" dirty="0" err="1"/>
              <a:t>Nearest</a:t>
            </a:r>
            <a:r>
              <a:rPr lang="es-EC" sz="2400" dirty="0"/>
              <a:t> </a:t>
            </a:r>
            <a:r>
              <a:rPr lang="es-EC" sz="2400" dirty="0" err="1"/>
              <a:t>Neighbors</a:t>
            </a:r>
            <a:r>
              <a:rPr lang="es-EC" sz="2400" dirty="0"/>
              <a:t> (KNN) </a:t>
            </a:r>
            <a:r>
              <a:rPr lang="es-EC" sz="2400" dirty="0" err="1"/>
              <a:t>for</a:t>
            </a:r>
            <a:r>
              <a:rPr lang="es-EC" sz="2400" dirty="0"/>
              <a:t> </a:t>
            </a:r>
            <a:r>
              <a:rPr lang="es-EC" sz="2400" dirty="0" err="1"/>
              <a:t>improved</a:t>
            </a:r>
            <a:r>
              <a:rPr lang="es-EC" sz="2400" dirty="0"/>
              <a:t> </a:t>
            </a:r>
            <a:r>
              <a:rPr lang="es-EC" sz="2400" dirty="0" err="1"/>
              <a:t>predictions</a:t>
            </a:r>
            <a:r>
              <a:rPr lang="es-EC" sz="2400" dirty="0"/>
              <a:t> and </a:t>
            </a:r>
            <a:r>
              <a:rPr lang="es-EC" sz="2400" dirty="0" err="1"/>
              <a:t>model</a:t>
            </a:r>
            <a:r>
              <a:rPr lang="es-EC" sz="2400" dirty="0"/>
              <a:t> </a:t>
            </a:r>
            <a:r>
              <a:rPr lang="es-EC" sz="2400" dirty="0" err="1"/>
              <a:t>explanation</a:t>
            </a:r>
            <a:r>
              <a:rPr lang="es-EC" sz="2400" dirty="0"/>
              <a:t>.</a:t>
            </a:r>
          </a:p>
          <a:p>
            <a:r>
              <a:rPr lang="es-EC" sz="2400" b="1" dirty="0"/>
              <a:t>CRISP-DM Methodology: </a:t>
            </a:r>
            <a:r>
              <a:rPr lang="es-EC" sz="2400" dirty="0" err="1"/>
              <a:t>Structured</a:t>
            </a:r>
            <a:r>
              <a:rPr lang="es-EC" sz="2400" dirty="0"/>
              <a:t> </a:t>
            </a:r>
            <a:r>
              <a:rPr lang="es-EC" sz="2400" dirty="0" err="1"/>
              <a:t>approach</a:t>
            </a:r>
            <a:r>
              <a:rPr lang="es-EC" sz="2400" dirty="0"/>
              <a:t> </a:t>
            </a:r>
            <a:r>
              <a:rPr lang="es-EC" sz="2400" dirty="0" err="1"/>
              <a:t>for</a:t>
            </a:r>
            <a:r>
              <a:rPr lang="es-EC" sz="2400" dirty="0"/>
              <a:t> data </a:t>
            </a:r>
            <a:r>
              <a:rPr lang="es-EC" sz="2400" dirty="0" err="1"/>
              <a:t>preparation</a:t>
            </a:r>
            <a:r>
              <a:rPr lang="es-EC" sz="2400" dirty="0"/>
              <a:t>, </a:t>
            </a:r>
            <a:r>
              <a:rPr lang="es-EC" sz="2400" dirty="0" err="1"/>
              <a:t>modeling</a:t>
            </a:r>
            <a:r>
              <a:rPr lang="es-EC" sz="2400" dirty="0"/>
              <a:t>, and </a:t>
            </a:r>
            <a:r>
              <a:rPr lang="es-EC" sz="2400" dirty="0" err="1"/>
              <a:t>explanation</a:t>
            </a:r>
            <a:r>
              <a:rPr lang="es-EC" sz="2400" dirty="0"/>
              <a:t>.</a:t>
            </a:r>
          </a:p>
          <a:p>
            <a:r>
              <a:rPr lang="es-EC" sz="2400" b="1" dirty="0"/>
              <a:t>Key </a:t>
            </a:r>
            <a:r>
              <a:rPr lang="es-EC" sz="2400" b="1" dirty="0" err="1"/>
              <a:t>Benefits</a:t>
            </a:r>
            <a:r>
              <a:rPr lang="es-EC" sz="2400" b="1" dirty="0"/>
              <a:t>: </a:t>
            </a:r>
            <a:r>
              <a:rPr lang="es-EC" sz="2400" dirty="0" err="1"/>
              <a:t>Enhanced</a:t>
            </a:r>
            <a:r>
              <a:rPr lang="es-EC" sz="2400" dirty="0"/>
              <a:t> </a:t>
            </a:r>
            <a:r>
              <a:rPr lang="es-EC" sz="2400" dirty="0" err="1"/>
              <a:t>prediction</a:t>
            </a:r>
            <a:r>
              <a:rPr lang="es-EC" sz="2400" dirty="0"/>
              <a:t> </a:t>
            </a:r>
            <a:r>
              <a:rPr lang="es-EC" sz="2400" dirty="0" err="1"/>
              <a:t>accuracy</a:t>
            </a:r>
            <a:r>
              <a:rPr lang="es-EC" sz="2400" dirty="0"/>
              <a:t>, </a:t>
            </a:r>
            <a:r>
              <a:rPr lang="es-EC" sz="2400" dirty="0" err="1"/>
              <a:t>transparency</a:t>
            </a:r>
            <a:r>
              <a:rPr lang="es-EC" sz="2400" dirty="0"/>
              <a:t>, and </a:t>
            </a:r>
            <a:r>
              <a:rPr lang="es-EC" sz="2400" dirty="0" err="1"/>
              <a:t>actionable</a:t>
            </a:r>
            <a:r>
              <a:rPr lang="es-EC" sz="2400" dirty="0"/>
              <a:t> insights </a:t>
            </a:r>
            <a:r>
              <a:rPr lang="es-EC" sz="2400" dirty="0" err="1"/>
              <a:t>for</a:t>
            </a:r>
            <a:r>
              <a:rPr lang="es-EC" sz="2400" dirty="0"/>
              <a:t> telemarketing </a:t>
            </a:r>
            <a:r>
              <a:rPr lang="es-EC" sz="2400" dirty="0" err="1"/>
              <a:t>strategies</a:t>
            </a:r>
            <a:r>
              <a:rPr lang="es-EC" sz="2400" dirty="0"/>
              <a:t>.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D6B-D947-4665-8970-BF2692760D1F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276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PROBLEM: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Resource Management: </a:t>
            </a:r>
            <a:r>
              <a:rPr lang="en-US" sz="2400" dirty="0"/>
              <a:t>Banks struggle with efficient allocation and optimization of term deposits.</a:t>
            </a:r>
          </a:p>
          <a:p>
            <a:r>
              <a:rPr lang="en-US" sz="2400" b="1" dirty="0"/>
              <a:t>Prediction Accuracy: </a:t>
            </a:r>
            <a:r>
              <a:rPr lang="en-US" sz="2400" dirty="0"/>
              <a:t>Existing models may lack precision in predicting deposit acceptance.</a:t>
            </a:r>
          </a:p>
          <a:p>
            <a:r>
              <a:rPr lang="en-US" sz="2400" b="1" dirty="0"/>
              <a:t>Cost Reduction: </a:t>
            </a:r>
            <a:r>
              <a:rPr lang="en-US" sz="2400" dirty="0"/>
              <a:t>High costs associated with ineffective marketing strategies.</a:t>
            </a:r>
          </a:p>
          <a:p>
            <a:r>
              <a:rPr lang="en-US" sz="2400" b="1" dirty="0"/>
              <a:t>Trust and Transparency: </a:t>
            </a:r>
            <a:r>
              <a:rPr lang="en-US" sz="2400" dirty="0"/>
              <a:t>Need for clear explanations to build customer trust in decision-making.</a:t>
            </a:r>
          </a:p>
          <a:p>
            <a:r>
              <a:rPr lang="en-US" sz="2400" b="1" dirty="0"/>
              <a:t>Adaptability: </a:t>
            </a:r>
            <a:r>
              <a:rPr lang="en-US" sz="2400" dirty="0"/>
              <a:t>Difficulty in adjusting strategies based on new data and changing conditions.</a:t>
            </a:r>
            <a:endParaRPr lang="es-EC" sz="24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D6B-D947-4665-8970-BF2692760D1F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7115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AIM: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b="1" dirty="0"/>
              <a:t>Develop Advanced System: </a:t>
            </a:r>
            <a:r>
              <a:rPr lang="en-US" sz="2400" dirty="0"/>
              <a:t>Create a predictive model using ensemble techniques (RF &amp; KNN) to optimize term deposit subscriptions.</a:t>
            </a:r>
          </a:p>
          <a:p>
            <a:r>
              <a:rPr lang="en-US" sz="2400" b="1" dirty="0"/>
              <a:t>Enhance Accuracy: </a:t>
            </a:r>
            <a:r>
              <a:rPr lang="en-US" sz="2400" dirty="0"/>
              <a:t>Improve prediction accuracy and reliability through combined machine learning approaches.</a:t>
            </a:r>
          </a:p>
          <a:p>
            <a:r>
              <a:rPr lang="en-US" sz="2400" b="1" dirty="0"/>
              <a:t>Ensure Transparency: </a:t>
            </a:r>
            <a:r>
              <a:rPr lang="en-US" sz="2400" dirty="0"/>
              <a:t>Provide clear, interpretable explanations for model predictions to support informed decision-making.</a:t>
            </a:r>
          </a:p>
          <a:p>
            <a:r>
              <a:rPr lang="en-US" sz="2400" b="1" dirty="0"/>
              <a:t>Follow CRISP-DM: </a:t>
            </a:r>
            <a:r>
              <a:rPr lang="en-US" sz="2400" dirty="0"/>
              <a:t>Apply a systematic framework for data processing, modeling, and explanation.</a:t>
            </a:r>
          </a:p>
          <a:p>
            <a:r>
              <a:rPr lang="en-US" sz="2400" b="1" dirty="0"/>
              <a:t>Adapt and Innovate: </a:t>
            </a:r>
            <a:r>
              <a:rPr lang="en-US" sz="2400" dirty="0"/>
              <a:t>Design a system that adapts to new data and evolves with financial market trends.</a:t>
            </a:r>
            <a:endParaRPr lang="es-EC" sz="24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D6B-D947-4665-8970-BF2692760D1F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0348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METHOD:</a:t>
            </a:r>
          </a:p>
        </p:txBody>
      </p:sp>
      <p:pic>
        <p:nvPicPr>
          <p:cNvPr id="8" name="Marcador de contenido 7" descr="Diagrama&#10;&#10;Descripción generada automáticamente">
            <a:extLst>
              <a:ext uri="{FF2B5EF4-FFF2-40B4-BE49-F238E27FC236}">
                <a16:creationId xmlns:a16="http://schemas.microsoft.com/office/drawing/2014/main" id="{6B93D838-2680-8AF9-015B-2D17530AC5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0002" y="1362257"/>
            <a:ext cx="7073314" cy="4862904"/>
          </a:xfrm>
        </p:spPr>
      </p:pic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D6B-D947-4665-8970-BF2692760D1F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2477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2493"/>
          </a:xfrm>
        </p:spPr>
        <p:txBody>
          <a:bodyPr/>
          <a:lstStyle/>
          <a:p>
            <a:r>
              <a:rPr lang="es-EC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RESULTS AND DISCUSSION</a:t>
            </a:r>
          </a:p>
        </p:txBody>
      </p:sp>
      <p:pic>
        <p:nvPicPr>
          <p:cNvPr id="8" name="Marcador de contenido 7" descr="Imagen que contiene Tabla&#10;&#10;Descripción generada automáticamente">
            <a:extLst>
              <a:ext uri="{FF2B5EF4-FFF2-40B4-BE49-F238E27FC236}">
                <a16:creationId xmlns:a16="http://schemas.microsoft.com/office/drawing/2014/main" id="{A6D2369E-BA1F-45D3-D74C-418E5F30EF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715" y="2481054"/>
            <a:ext cx="4951769" cy="1895892"/>
          </a:xfrm>
        </p:spPr>
      </p:pic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D6B-D947-4665-8970-BF2692760D1F}" type="slidenum">
              <a:rPr lang="pt-BR" smtClean="0"/>
              <a:t>7</a:t>
            </a:fld>
            <a:endParaRPr lang="pt-BR"/>
          </a:p>
        </p:txBody>
      </p:sp>
      <p:pic>
        <p:nvPicPr>
          <p:cNvPr id="12" name="Imagen 11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9F64F4D3-E79E-2A81-3748-BED2E5A91D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4563"/>
            <a:ext cx="5099314" cy="3325375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78FDE0A6-C3B3-0011-3B5E-F2983601068D}"/>
              </a:ext>
            </a:extLst>
          </p:cNvPr>
          <p:cNvSpPr txBox="1">
            <a:spLocks/>
          </p:cNvSpPr>
          <p:nvPr/>
        </p:nvSpPr>
        <p:spPr>
          <a:xfrm>
            <a:off x="838200" y="1056312"/>
            <a:ext cx="10515600" cy="635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Phase</a:t>
            </a:r>
            <a:r>
              <a:rPr lang="es-E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Data </a:t>
            </a:r>
            <a:r>
              <a:rPr lang="es-ES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Preparation</a:t>
            </a:r>
            <a:r>
              <a:rPr lang="es-E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s-EC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54647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2778" y="0"/>
            <a:ext cx="10515600" cy="1325563"/>
          </a:xfrm>
        </p:spPr>
        <p:txBody>
          <a:bodyPr/>
          <a:lstStyle/>
          <a:p>
            <a:r>
              <a:rPr lang="es-EC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RESULTS AND DISCUSSION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D6B-D947-4665-8970-BF2692760D1F}" type="slidenum">
              <a:rPr lang="pt-BR" smtClean="0"/>
              <a:t>8</a:t>
            </a:fld>
            <a:endParaRPr lang="pt-BR"/>
          </a:p>
        </p:txBody>
      </p:sp>
      <p:pic>
        <p:nvPicPr>
          <p:cNvPr id="10" name="Imagen 9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491E175F-1D81-CEBC-FE16-34858028A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43" y="952626"/>
            <a:ext cx="7214496" cy="5403724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20453A84-8A3F-0058-43D0-F05E80764651}"/>
              </a:ext>
            </a:extLst>
          </p:cNvPr>
          <p:cNvSpPr txBox="1">
            <a:spLocks/>
          </p:cNvSpPr>
          <p:nvPr/>
        </p:nvSpPr>
        <p:spPr>
          <a:xfrm>
            <a:off x="542778" y="1190320"/>
            <a:ext cx="2523979" cy="10878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Phase</a:t>
            </a:r>
            <a:r>
              <a:rPr lang="es-E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</a:p>
          <a:p>
            <a:r>
              <a:rPr lang="es-E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Fine </a:t>
            </a:r>
            <a:r>
              <a:rPr lang="es-ES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Tuning</a:t>
            </a:r>
            <a:endParaRPr lang="es-EC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29411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2493"/>
          </a:xfrm>
        </p:spPr>
        <p:txBody>
          <a:bodyPr/>
          <a:lstStyle/>
          <a:p>
            <a:r>
              <a:rPr lang="es-EC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RESULTS AND DISCUSSION</a:t>
            </a:r>
          </a:p>
        </p:txBody>
      </p:sp>
      <p:pic>
        <p:nvPicPr>
          <p:cNvPr id="10" name="Marcador de contenido 9" descr="Gráfico, Gráfico de barras, Gráfico de embudo&#10;&#10;Descripción generada automáticamente">
            <a:extLst>
              <a:ext uri="{FF2B5EF4-FFF2-40B4-BE49-F238E27FC236}">
                <a16:creationId xmlns:a16="http://schemas.microsoft.com/office/drawing/2014/main" id="{51D76DA5-D985-3AC9-05A2-65CBBFB582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829" y="1825625"/>
            <a:ext cx="8198342" cy="4351338"/>
          </a:xfrm>
        </p:spPr>
      </p:pic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D6B-D947-4665-8970-BF2692760D1F}" type="slidenum">
              <a:rPr lang="pt-BR" smtClean="0"/>
              <a:t>9</a:t>
            </a:fld>
            <a:endParaRPr lang="pt-BR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78FDE0A6-C3B3-0011-3B5E-F2983601068D}"/>
              </a:ext>
            </a:extLst>
          </p:cNvPr>
          <p:cNvSpPr txBox="1">
            <a:spLocks/>
          </p:cNvSpPr>
          <p:nvPr/>
        </p:nvSpPr>
        <p:spPr>
          <a:xfrm>
            <a:off x="838200" y="1056312"/>
            <a:ext cx="10515600" cy="635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Phase</a:t>
            </a:r>
            <a:r>
              <a:rPr lang="es-E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s-ES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</a:t>
            </a:r>
            <a:r>
              <a:rPr lang="es-E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Explanation</a:t>
            </a:r>
            <a:r>
              <a:rPr lang="es-E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KNN</a:t>
            </a:r>
            <a:endParaRPr lang="es-EC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88885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2493"/>
          </a:xfrm>
        </p:spPr>
        <p:txBody>
          <a:bodyPr/>
          <a:lstStyle/>
          <a:p>
            <a:r>
              <a:rPr lang="es-EC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RESULTS AND DISCUSSION</a:t>
            </a:r>
          </a:p>
        </p:txBody>
      </p:sp>
      <p:pic>
        <p:nvPicPr>
          <p:cNvPr id="9" name="Marcador de contenido 8" descr="Gráfico, Gráfico de embudo&#10;&#10;Descripción generada automáticamente">
            <a:extLst>
              <a:ext uri="{FF2B5EF4-FFF2-40B4-BE49-F238E27FC236}">
                <a16:creationId xmlns:a16="http://schemas.microsoft.com/office/drawing/2014/main" id="{69602412-28F4-3947-9FE4-460B6526F6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201" y="1825625"/>
            <a:ext cx="8057598" cy="4351338"/>
          </a:xfrm>
        </p:spPr>
      </p:pic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D6B-D947-4665-8970-BF2692760D1F}" type="slidenum">
              <a:rPr lang="pt-BR" smtClean="0"/>
              <a:t>10</a:t>
            </a:fld>
            <a:endParaRPr lang="pt-BR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78FDE0A6-C3B3-0011-3B5E-F2983601068D}"/>
              </a:ext>
            </a:extLst>
          </p:cNvPr>
          <p:cNvSpPr txBox="1">
            <a:spLocks/>
          </p:cNvSpPr>
          <p:nvPr/>
        </p:nvSpPr>
        <p:spPr>
          <a:xfrm>
            <a:off x="838200" y="1056312"/>
            <a:ext cx="10515600" cy="635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Phase</a:t>
            </a:r>
            <a:r>
              <a:rPr lang="es-E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s-ES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</a:t>
            </a:r>
            <a:r>
              <a:rPr lang="es-E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Explanation</a:t>
            </a:r>
            <a:r>
              <a:rPr lang="es-E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Random Forest</a:t>
            </a:r>
            <a:endParaRPr lang="es-EC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35172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2493"/>
          </a:xfrm>
        </p:spPr>
        <p:txBody>
          <a:bodyPr/>
          <a:lstStyle/>
          <a:p>
            <a:r>
              <a:rPr lang="es-EC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RESULTS AND DISCUSSION</a:t>
            </a:r>
          </a:p>
        </p:txBody>
      </p:sp>
      <p:pic>
        <p:nvPicPr>
          <p:cNvPr id="10" name="Marcador de contenido 9" descr="Diagrama&#10;&#10;Descripción generada automáticamente">
            <a:extLst>
              <a:ext uri="{FF2B5EF4-FFF2-40B4-BE49-F238E27FC236}">
                <a16:creationId xmlns:a16="http://schemas.microsoft.com/office/drawing/2014/main" id="{67DF2779-DB19-8610-640A-417D034801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037" y="1825625"/>
            <a:ext cx="9875926" cy="4351338"/>
          </a:xfrm>
        </p:spPr>
      </p:pic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D6B-D947-4665-8970-BF2692760D1F}" type="slidenum">
              <a:rPr lang="pt-BR" smtClean="0"/>
              <a:t>11</a:t>
            </a:fld>
            <a:endParaRPr lang="pt-BR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78FDE0A6-C3B3-0011-3B5E-F2983601068D}"/>
              </a:ext>
            </a:extLst>
          </p:cNvPr>
          <p:cNvSpPr txBox="1">
            <a:spLocks/>
          </p:cNvSpPr>
          <p:nvPr/>
        </p:nvSpPr>
        <p:spPr>
          <a:xfrm>
            <a:off x="838200" y="1056312"/>
            <a:ext cx="10515600" cy="635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Phase</a:t>
            </a:r>
            <a:r>
              <a:rPr lang="es-E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s-ES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</a:t>
            </a:r>
            <a:r>
              <a:rPr lang="es-E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Explanation</a:t>
            </a:r>
            <a:r>
              <a:rPr lang="es-E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Random Forest</a:t>
            </a:r>
            <a:endParaRPr lang="es-EC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42918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Research Contributions: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Advanced Decision Support System: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Integrates RF and KNN models for enhanced prediction accuracy and transparency.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Follows the CRISP-DM methodology for systematic data preparation, modeling, fine-tuning, and explanation of predictions.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Validates initial hypotheses and refines telemarketing strategies for improved prediction accuracy and effectiveness.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D6B-D947-4665-8970-BF2692760D1F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0277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Insights for Telemarketing Strategies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Duration of interactions.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Customer’s history of prior contacts.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Customer demographics (education, marital status, account balance).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D6B-D947-4665-8970-BF2692760D1F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5504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Overall Benefits:</a:t>
            </a:r>
          </a:p>
          <a:p>
            <a:pPr lvl="1"/>
            <a:r>
              <a:rPr lang="en-US" dirty="0"/>
              <a:t>Improves predictive performance.</a:t>
            </a:r>
          </a:p>
          <a:p>
            <a:pPr lvl="1"/>
            <a:r>
              <a:rPr lang="en-US" dirty="0"/>
              <a:t>Offers a reliable and explainable framework for decision support in dynamic financial environments.</a:t>
            </a:r>
          </a:p>
          <a:p>
            <a:pPr lvl="1"/>
            <a:r>
              <a:rPr lang="en-US" dirty="0"/>
              <a:t>Contributes to better financial planning and resource management in banks.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D6B-D947-4665-8970-BF2692760D1F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0658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SOCIAL IMPLICATIONS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FDD28725-34F4-DBAC-EEF8-11F21DBF62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9018" y="1658991"/>
            <a:ext cx="10148248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s-EC" altLang="es-EC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Marketing </a:t>
            </a:r>
            <a:r>
              <a:rPr kumimoji="0" lang="es-EC" altLang="es-EC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Efficiency</a:t>
            </a:r>
            <a:r>
              <a:rPr kumimoji="0" lang="es-EC" altLang="es-EC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campaigns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cut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costs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analyzing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factors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s-EC" altLang="es-EC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Personalization</a:t>
            </a:r>
            <a:r>
              <a:rPr kumimoji="0" lang="es-EC" altLang="es-EC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More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relevant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offers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contact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duration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demographics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s-EC" altLang="es-EC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Transparency</a:t>
            </a:r>
            <a:r>
              <a:rPr kumimoji="0" lang="es-EC" altLang="es-EC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Builds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trust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clarifying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decision-making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processes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s-EC" altLang="es-EC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Financial</a:t>
            </a:r>
            <a:r>
              <a:rPr kumimoji="0" lang="es-EC" altLang="es-EC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Inclusion</a:t>
            </a:r>
            <a:r>
              <a:rPr kumimoji="0" lang="es-EC" altLang="es-EC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more inclusive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products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underserved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segments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s-EC" altLang="es-EC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</a:t>
            </a:r>
            <a:r>
              <a:rPr kumimoji="0" lang="es-EC" altLang="es-EC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Optimization</a:t>
            </a:r>
            <a:r>
              <a:rPr kumimoji="0" lang="es-EC" altLang="es-EC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inefficiencies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use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resources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responsibly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s-EC" altLang="es-EC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Innovation</a:t>
            </a:r>
            <a:r>
              <a:rPr kumimoji="0" lang="es-EC" altLang="es-EC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Drive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competition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new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strategies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finance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s-EC" altLang="es-EC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</a:t>
            </a:r>
            <a:r>
              <a:rPr kumimoji="0" lang="es-EC" altLang="es-EC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Adaptation</a:t>
            </a:r>
            <a:r>
              <a:rPr kumimoji="0" lang="es-EC" altLang="es-EC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Training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needed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new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technologies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s-EC" altLang="es-EC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</a:t>
            </a:r>
            <a:r>
              <a:rPr kumimoji="0" lang="es-EC" altLang="es-EC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Protection</a:t>
            </a:r>
            <a:r>
              <a:rPr kumimoji="0" lang="es-EC" altLang="es-EC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privacy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compliance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protection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C" altLang="es-EC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regulations</a:t>
            </a:r>
            <a:r>
              <a:rPr kumimoji="0" lang="es-EC" altLang="es-EC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D6B-D947-4665-8970-BF2692760D1F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5841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9F6A46-07ED-43D9-8AEB-DC34F44A8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333B9D-72F4-4D82-879E-0A84E9886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Alvarez </a:t>
            </a:r>
            <a:r>
              <a:rPr lang="en-US" dirty="0" err="1"/>
              <a:t>Alvarez</a:t>
            </a:r>
            <a:r>
              <a:rPr lang="en-US" dirty="0"/>
              <a:t>, </a:t>
            </a:r>
            <a:r>
              <a:rPr lang="en-US" dirty="0" err="1"/>
              <a:t>Begoña</a:t>
            </a:r>
            <a:r>
              <a:rPr lang="en-US" dirty="0"/>
              <a:t>, and Rodolfo Vázquez </a:t>
            </a:r>
            <a:r>
              <a:rPr lang="en-US" dirty="0" err="1"/>
              <a:t>Casielles</a:t>
            </a:r>
            <a:r>
              <a:rPr lang="en-US" dirty="0"/>
              <a:t>. "Consumer evaluations of sales promotion: the effect on brand choice." European Journal of Marketing 39.1/2 (2005): 54-70.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Dietterich</a:t>
            </a:r>
            <a:r>
              <a:rPr lang="en-US" dirty="0"/>
              <a:t>, T. G. Ensemble methods in machine learning. In International workshop on multiple classifier systems (pp. 1-15). Berlin, Heidelberg: Springer Berlin Heidelberg, 2000.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Wirth, </a:t>
            </a:r>
            <a:r>
              <a:rPr lang="en-US" dirty="0" err="1"/>
              <a:t>Rüdiger</a:t>
            </a:r>
            <a:r>
              <a:rPr lang="en-US" dirty="0"/>
              <a:t>, and Jochen </a:t>
            </a:r>
            <a:r>
              <a:rPr lang="en-US" dirty="0" err="1"/>
              <a:t>Hipp</a:t>
            </a:r>
            <a:r>
              <a:rPr lang="en-US" dirty="0"/>
              <a:t>. "CRISP-DM: Towards a standard process model for data mining." Proceedings of the 4th international conference on the practical applications of knowledge discovery and data mining. Vol. 1. 2000.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Dataset: </a:t>
            </a:r>
            <a:r>
              <a:rPr lang="en-US" dirty="0"/>
              <a:t>Moro, S., Rita, P., &amp; Cortez, P. "Bank Marketing." UCI Machine Learning Repository (2012). </a:t>
            </a:r>
            <a:r>
              <a:rPr lang="en-US" dirty="0">
                <a:hlinkClick r:id="rId2"/>
              </a:rPr>
              <a:t>https://doi.org/10.24432/C5K306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010112C-5AD5-472E-B79F-7D78A9D9C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61D6B-D947-4665-8970-BF2692760D1F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86616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558</TotalTime>
  <Words>676</Words>
  <Application>Microsoft Office PowerPoint</Application>
  <PresentationFormat>Panorámica</PresentationFormat>
  <Paragraphs>86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Wingdings</vt:lpstr>
      <vt:lpstr>Tema de Office</vt:lpstr>
      <vt:lpstr>Intelligent System for Predicting Bank Policy Acceptance by Ensemble Machine Learning and Model Explanation</vt:lpstr>
      <vt:lpstr>CONTENT:</vt:lpstr>
      <vt:lpstr>INTRODUCTION:</vt:lpstr>
      <vt:lpstr>PROBLEM:</vt:lpstr>
      <vt:lpstr>AIM:</vt:lpstr>
      <vt:lpstr>METHOD:</vt:lpstr>
      <vt:lpstr>RESULTS AND DISCUSSION</vt:lpstr>
      <vt:lpstr>RESULTS AND DISCUSSION</vt:lpstr>
      <vt:lpstr>RESULTS AND DISCUSSION</vt:lpstr>
      <vt:lpstr>RESULTS AND DISCUSSION</vt:lpstr>
      <vt:lpstr>RESULTS AND DISCUSSION</vt:lpstr>
      <vt:lpstr>CONCLUSIONS</vt:lpstr>
      <vt:lpstr>CONCLUSIONS</vt:lpstr>
      <vt:lpstr>CONCLUSIONS</vt:lpstr>
      <vt:lpstr>SOCIAL IMPLICATIONS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</dc:title>
  <dc:creator>Dell</dc:creator>
  <cp:lastModifiedBy>Remigio Ismael Hurtado Ortiz.</cp:lastModifiedBy>
  <cp:revision>39</cp:revision>
  <dcterms:created xsi:type="dcterms:W3CDTF">2014-09-03T17:37:14Z</dcterms:created>
  <dcterms:modified xsi:type="dcterms:W3CDTF">2026-01-07T22:55:43Z</dcterms:modified>
</cp:coreProperties>
</file>